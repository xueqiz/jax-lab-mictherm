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7" r:id="rId4"/>
    <p:sldId id="263" r:id="rId5"/>
    <p:sldId id="264" r:id="rId6"/>
    <p:sldId id="269" r:id="rId7"/>
    <p:sldId id="270" r:id="rId8"/>
    <p:sldId id="259" r:id="rId9"/>
    <p:sldId id="268" r:id="rId10"/>
    <p:sldId id="260" r:id="rId11"/>
    <p:sldId id="261" r:id="rId12"/>
    <p:sldId id="262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DBD608-8F68-36D4-72ED-CC9E2EC0B3B1}" v="866" dt="2026-07-06T11:12:56.365"/>
    <p1510:client id="{0F079CCD-53A1-C1C8-F292-ACF13681CFB4}" v="4" dt="2026-07-07T22:38:55.847"/>
    <p1510:client id="{14F70985-1FBF-BEA5-F8A5-4DE1931B11B9}" v="39" dt="2026-07-06T11:18:12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9" autoAdjust="0"/>
    <p:restoredTop sz="94660"/>
  </p:normalViewPr>
  <p:slideViewPr>
    <p:cSldViewPr snapToGrid="0">
      <p:cViewPr>
        <p:scale>
          <a:sx n="75" d="100"/>
          <a:sy n="75" d="100"/>
        </p:scale>
        <p:origin x="1360" y="8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ueqi Zhang" userId="S::xueqi@sdu.dk::bbb829cd-fd17-4368-b1a7-a82e72d42811" providerId="AD" clId="Web-{0F079CCD-53A1-C1C8-F292-ACF13681CFB4}"/>
    <pc:docChg chg="modSld">
      <pc:chgData name="Xueqi Zhang" userId="S::xueqi@sdu.dk::bbb829cd-fd17-4368-b1a7-a82e72d42811" providerId="AD" clId="Web-{0F079CCD-53A1-C1C8-F292-ACF13681CFB4}" dt="2026-07-07T22:38:55.847" v="3"/>
      <pc:docMkLst>
        <pc:docMk/>
      </pc:docMkLst>
      <pc:sldChg chg="addSp delSp modSp addAnim delAnim">
        <pc:chgData name="Xueqi Zhang" userId="S::xueqi@sdu.dk::bbb829cd-fd17-4368-b1a7-a82e72d42811" providerId="AD" clId="Web-{0F079CCD-53A1-C1C8-F292-ACF13681CFB4}" dt="2026-07-07T22:38:55.847" v="3"/>
        <pc:sldMkLst>
          <pc:docMk/>
          <pc:sldMk cId="949156615" sldId="260"/>
        </pc:sldMkLst>
        <pc:picChg chg="add del mod">
          <ac:chgData name="Xueqi Zhang" userId="S::xueqi@sdu.dk::bbb829cd-fd17-4368-b1a7-a82e72d42811" providerId="AD" clId="Web-{0F079CCD-53A1-C1C8-F292-ACF13681CFB4}" dt="2026-07-07T22:38:55.847" v="3"/>
          <ac:picMkLst>
            <pc:docMk/>
            <pc:sldMk cId="949156615" sldId="260"/>
            <ac:picMk id="3" creationId="{C345743D-AC02-FD94-B7A6-5691AD607386}"/>
          </ac:picMkLst>
        </pc:picChg>
      </pc:sldChg>
    </pc:docChg>
  </pc:docChgLst>
  <pc:docChgLst>
    <pc:chgData name="Martin Lautenschläger" userId="S::mlaut@sdu.dk::8dcc64af-d7fc-4e29-96ab-0157138e4ca1" providerId="AD" clId="Web-{0ADBD608-8F68-36D4-72ED-CC9E2EC0B3B1}"/>
    <pc:docChg chg="addSld delSld modSld sldOrd">
      <pc:chgData name="Martin Lautenschläger" userId="S::mlaut@sdu.dk::8dcc64af-d7fc-4e29-96ab-0157138e4ca1" providerId="AD" clId="Web-{0ADBD608-8F68-36D4-72ED-CC9E2EC0B3B1}" dt="2026-07-06T11:12:56.365" v="543"/>
      <pc:docMkLst>
        <pc:docMk/>
      </pc:docMkLst>
      <pc:sldChg chg="addSp delSp modSp">
        <pc:chgData name="Martin Lautenschläger" userId="S::mlaut@sdu.dk::8dcc64af-d7fc-4e29-96ab-0157138e4ca1" providerId="AD" clId="Web-{0ADBD608-8F68-36D4-72ED-CC9E2EC0B3B1}" dt="2026-07-06T11:01:22.369" v="273" actId="14100"/>
        <pc:sldMkLst>
          <pc:docMk/>
          <pc:sldMk cId="2657679431" sldId="258"/>
        </pc:sldMkLst>
        <pc:spChg chg="mod">
          <ac:chgData name="Martin Lautenschläger" userId="S::mlaut@sdu.dk::8dcc64af-d7fc-4e29-96ab-0157138e4ca1" providerId="AD" clId="Web-{0ADBD608-8F68-36D4-72ED-CC9E2EC0B3B1}" dt="2026-07-06T10:47:27.163" v="8" actId="20577"/>
          <ac:spMkLst>
            <pc:docMk/>
            <pc:sldMk cId="2657679431" sldId="258"/>
            <ac:spMk id="2" creationId="{1C54047D-10CA-C2AA-EECE-37740E103612}"/>
          </ac:spMkLst>
        </pc:spChg>
        <pc:spChg chg="mod">
          <ac:chgData name="Martin Lautenschläger" userId="S::mlaut@sdu.dk::8dcc64af-d7fc-4e29-96ab-0157138e4ca1" providerId="AD" clId="Web-{0ADBD608-8F68-36D4-72ED-CC9E2EC0B3B1}" dt="2026-07-06T11:01:22.369" v="273" actId="14100"/>
          <ac:spMkLst>
            <pc:docMk/>
            <pc:sldMk cId="2657679431" sldId="258"/>
            <ac:spMk id="5" creationId="{94466B87-0C05-CD0E-3C58-272139B6A8F2}"/>
          </ac:spMkLst>
        </pc:spChg>
        <pc:spChg chg="del">
          <ac:chgData name="Martin Lautenschläger" userId="S::mlaut@sdu.dk::8dcc64af-d7fc-4e29-96ab-0157138e4ca1" providerId="AD" clId="Web-{0ADBD608-8F68-36D4-72ED-CC9E2EC0B3B1}" dt="2026-07-06T10:48:12.227" v="13"/>
          <ac:spMkLst>
            <pc:docMk/>
            <pc:sldMk cId="2657679431" sldId="258"/>
            <ac:spMk id="8" creationId="{90F25D0A-1801-6CD9-3C49-A7DEF421F0FC}"/>
          </ac:spMkLst>
        </pc:spChg>
        <pc:spChg chg="del">
          <ac:chgData name="Martin Lautenschläger" userId="S::mlaut@sdu.dk::8dcc64af-d7fc-4e29-96ab-0157138e4ca1" providerId="AD" clId="Web-{0ADBD608-8F68-36D4-72ED-CC9E2EC0B3B1}" dt="2026-07-06T10:47:31.288" v="11"/>
          <ac:spMkLst>
            <pc:docMk/>
            <pc:sldMk cId="2657679431" sldId="258"/>
            <ac:spMk id="9" creationId="{B10FC117-C36F-DFFC-4EE2-630A1FC69E6F}"/>
          </ac:spMkLst>
        </pc:spChg>
        <pc:spChg chg="add mod">
          <ac:chgData name="Martin Lautenschläger" userId="S::mlaut@sdu.dk::8dcc64af-d7fc-4e29-96ab-0157138e4ca1" providerId="AD" clId="Web-{0ADBD608-8F68-36D4-72ED-CC9E2EC0B3B1}" dt="2026-07-06T10:52:21.378" v="111" actId="1076"/>
          <ac:spMkLst>
            <pc:docMk/>
            <pc:sldMk cId="2657679431" sldId="258"/>
            <ac:spMk id="11" creationId="{A816D7BA-900F-7140-3FD0-578922DD9FA3}"/>
          </ac:spMkLst>
        </pc:spChg>
        <pc:spChg chg="add mod">
          <ac:chgData name="Martin Lautenschläger" userId="S::mlaut@sdu.dk::8dcc64af-d7fc-4e29-96ab-0157138e4ca1" providerId="AD" clId="Web-{0ADBD608-8F68-36D4-72ED-CC9E2EC0B3B1}" dt="2026-07-06T10:52:13.721" v="109" actId="1076"/>
          <ac:spMkLst>
            <pc:docMk/>
            <pc:sldMk cId="2657679431" sldId="258"/>
            <ac:spMk id="12" creationId="{77120929-9ED4-90F0-2C36-02386D609B71}"/>
          </ac:spMkLst>
        </pc:spChg>
        <pc:spChg chg="add mod">
          <ac:chgData name="Martin Lautenschläger" userId="S::mlaut@sdu.dk::8dcc64af-d7fc-4e29-96ab-0157138e4ca1" providerId="AD" clId="Web-{0ADBD608-8F68-36D4-72ED-CC9E2EC0B3B1}" dt="2026-07-06T10:52:35.738" v="118" actId="1076"/>
          <ac:spMkLst>
            <pc:docMk/>
            <pc:sldMk cId="2657679431" sldId="258"/>
            <ac:spMk id="13" creationId="{3155EA4D-173A-EBAB-82E2-5D20CB510D1C}"/>
          </ac:spMkLst>
        </pc:spChg>
        <pc:spChg chg="add mod">
          <ac:chgData name="Martin Lautenschläger" userId="S::mlaut@sdu.dk::8dcc64af-d7fc-4e29-96ab-0157138e4ca1" providerId="AD" clId="Web-{0ADBD608-8F68-36D4-72ED-CC9E2EC0B3B1}" dt="2026-07-06T10:52:43.316" v="121" actId="1076"/>
          <ac:spMkLst>
            <pc:docMk/>
            <pc:sldMk cId="2657679431" sldId="258"/>
            <ac:spMk id="14" creationId="{0F1E4AA4-E014-8FD4-BE0A-082CEAE6D436}"/>
          </ac:spMkLst>
        </pc:spChg>
        <pc:spChg chg="add mod">
          <ac:chgData name="Martin Lautenschläger" userId="S::mlaut@sdu.dk::8dcc64af-d7fc-4e29-96ab-0157138e4ca1" providerId="AD" clId="Web-{0ADBD608-8F68-36D4-72ED-CC9E2EC0B3B1}" dt="2026-07-06T10:52:59.364" v="125" actId="14100"/>
          <ac:spMkLst>
            <pc:docMk/>
            <pc:sldMk cId="2657679431" sldId="258"/>
            <ac:spMk id="15" creationId="{140E5F5F-3E77-790D-3841-A432C0C2E9A7}"/>
          </ac:spMkLst>
        </pc:spChg>
        <pc:picChg chg="add mod">
          <ac:chgData name="Martin Lautenschläger" userId="S::mlaut@sdu.dk::8dcc64af-d7fc-4e29-96ab-0157138e4ca1" providerId="AD" clId="Web-{0ADBD608-8F68-36D4-72ED-CC9E2EC0B3B1}" dt="2026-07-06T10:48:21.540" v="17" actId="14100"/>
          <ac:picMkLst>
            <pc:docMk/>
            <pc:sldMk cId="2657679431" sldId="258"/>
            <ac:picMk id="3" creationId="{3EE43811-B3E1-7432-E228-2E7C0D523382}"/>
          </ac:picMkLst>
        </pc:picChg>
        <pc:picChg chg="del">
          <ac:chgData name="Martin Lautenschläger" userId="S::mlaut@sdu.dk::8dcc64af-d7fc-4e29-96ab-0157138e4ca1" providerId="AD" clId="Web-{0ADBD608-8F68-36D4-72ED-CC9E2EC0B3B1}" dt="2026-07-06T10:47:27.569" v="9"/>
          <ac:picMkLst>
            <pc:docMk/>
            <pc:sldMk cId="2657679431" sldId="258"/>
            <ac:picMk id="4" creationId="{B2E4B9B2-8742-D1A9-0A5F-701F13F101C1}"/>
          </ac:picMkLst>
        </pc:picChg>
        <pc:picChg chg="add mod">
          <ac:chgData name="Martin Lautenschläger" userId="S::mlaut@sdu.dk::8dcc64af-d7fc-4e29-96ab-0157138e4ca1" providerId="AD" clId="Web-{0ADBD608-8F68-36D4-72ED-CC9E2EC0B3B1}" dt="2026-07-06T10:52:29.659" v="116" actId="1076"/>
          <ac:picMkLst>
            <pc:docMk/>
            <pc:sldMk cId="2657679431" sldId="258"/>
            <ac:picMk id="6" creationId="{1A4FBF84-4897-BCCF-270B-DA7448BA382B}"/>
          </ac:picMkLst>
        </pc:picChg>
        <pc:picChg chg="del">
          <ac:chgData name="Martin Lautenschläger" userId="S::mlaut@sdu.dk::8dcc64af-d7fc-4e29-96ab-0157138e4ca1" providerId="AD" clId="Web-{0ADBD608-8F68-36D4-72ED-CC9E2EC0B3B1}" dt="2026-07-06T10:47:29.038" v="10"/>
          <ac:picMkLst>
            <pc:docMk/>
            <pc:sldMk cId="2657679431" sldId="258"/>
            <ac:picMk id="7" creationId="{E317EDF5-4BC9-3E18-55EB-FDE55BF1F659}"/>
          </ac:picMkLst>
        </pc:picChg>
        <pc:picChg chg="add mod">
          <ac:chgData name="Martin Lautenschläger" userId="S::mlaut@sdu.dk::8dcc64af-d7fc-4e29-96ab-0157138e4ca1" providerId="AD" clId="Web-{0ADBD608-8F68-36D4-72ED-CC9E2EC0B3B1}" dt="2026-07-06T10:49:37.949" v="23" actId="1076"/>
          <ac:picMkLst>
            <pc:docMk/>
            <pc:sldMk cId="2657679431" sldId="258"/>
            <ac:picMk id="10" creationId="{5F8C8B87-F655-3B56-0363-B95544EB17FF}"/>
          </ac:picMkLst>
        </pc:picChg>
      </pc:sldChg>
      <pc:sldChg chg="modSp">
        <pc:chgData name="Martin Lautenschläger" userId="S::mlaut@sdu.dk::8dcc64af-d7fc-4e29-96ab-0157138e4ca1" providerId="AD" clId="Web-{0ADBD608-8F68-36D4-72ED-CC9E2EC0B3B1}" dt="2026-07-06T11:05:32.332" v="364" actId="20577"/>
        <pc:sldMkLst>
          <pc:docMk/>
          <pc:sldMk cId="947430383" sldId="259"/>
        </pc:sldMkLst>
        <pc:spChg chg="mod">
          <ac:chgData name="Martin Lautenschläger" userId="S::mlaut@sdu.dk::8dcc64af-d7fc-4e29-96ab-0157138e4ca1" providerId="AD" clId="Web-{0ADBD608-8F68-36D4-72ED-CC9E2EC0B3B1}" dt="2026-07-06T11:04:43.877" v="343" actId="20577"/>
          <ac:spMkLst>
            <pc:docMk/>
            <pc:sldMk cId="947430383" sldId="259"/>
            <ac:spMk id="2" creationId="{606677EB-976D-BD09-136E-CB0748BDACEE}"/>
          </ac:spMkLst>
        </pc:spChg>
        <pc:spChg chg="mod">
          <ac:chgData name="Martin Lautenschläger" userId="S::mlaut@sdu.dk::8dcc64af-d7fc-4e29-96ab-0157138e4ca1" providerId="AD" clId="Web-{0ADBD608-8F68-36D4-72ED-CC9E2EC0B3B1}" dt="2026-07-06T10:56:59.498" v="211" actId="20577"/>
          <ac:spMkLst>
            <pc:docMk/>
            <pc:sldMk cId="947430383" sldId="259"/>
            <ac:spMk id="21" creationId="{ABD6E1A1-F36C-4E57-C7EB-839928BAF7A9}"/>
          </ac:spMkLst>
        </pc:spChg>
        <pc:spChg chg="mod">
          <ac:chgData name="Martin Lautenschläger" userId="S::mlaut@sdu.dk::8dcc64af-d7fc-4e29-96ab-0157138e4ca1" providerId="AD" clId="Web-{0ADBD608-8F68-36D4-72ED-CC9E2EC0B3B1}" dt="2026-07-06T11:05:32.332" v="364" actId="20577"/>
          <ac:spMkLst>
            <pc:docMk/>
            <pc:sldMk cId="947430383" sldId="259"/>
            <ac:spMk id="22" creationId="{2148C3B1-F385-8764-C3FF-1EFAB637C7D5}"/>
          </ac:spMkLst>
        </pc:spChg>
      </pc:sldChg>
      <pc:sldChg chg="modSp ord">
        <pc:chgData name="Martin Lautenschläger" userId="S::mlaut@sdu.dk::8dcc64af-d7fc-4e29-96ab-0157138e4ca1" providerId="AD" clId="Web-{0ADBD608-8F68-36D4-72ED-CC9E2EC0B3B1}" dt="2026-07-06T11:10:02.827" v="475" actId="20577"/>
        <pc:sldMkLst>
          <pc:docMk/>
          <pc:sldMk cId="949156615" sldId="260"/>
        </pc:sldMkLst>
        <pc:spChg chg="mod">
          <ac:chgData name="Martin Lautenschläger" userId="S::mlaut@sdu.dk::8dcc64af-d7fc-4e29-96ab-0157138e4ca1" providerId="AD" clId="Web-{0ADBD608-8F68-36D4-72ED-CC9E2EC0B3B1}" dt="2026-07-06T11:10:02.827" v="475" actId="20577"/>
          <ac:spMkLst>
            <pc:docMk/>
            <pc:sldMk cId="949156615" sldId="260"/>
            <ac:spMk id="2" creationId="{BE6294B4-AD9A-C1CC-99EB-F360867C9F48}"/>
          </ac:spMkLst>
        </pc:spChg>
        <pc:spChg chg="mod">
          <ac:chgData name="Martin Lautenschläger" userId="S::mlaut@sdu.dk::8dcc64af-d7fc-4e29-96ab-0157138e4ca1" providerId="AD" clId="Web-{0ADBD608-8F68-36D4-72ED-CC9E2EC0B3B1}" dt="2026-07-06T11:09:09.731" v="462" actId="20577"/>
          <ac:spMkLst>
            <pc:docMk/>
            <pc:sldMk cId="949156615" sldId="260"/>
            <ac:spMk id="7" creationId="{C29BE400-79BB-6441-D564-BDF3A36CC84F}"/>
          </ac:spMkLst>
        </pc:spChg>
      </pc:sldChg>
      <pc:sldChg chg="modSp">
        <pc:chgData name="Martin Lautenschläger" userId="S::mlaut@sdu.dk::8dcc64af-d7fc-4e29-96ab-0157138e4ca1" providerId="AD" clId="Web-{0ADBD608-8F68-36D4-72ED-CC9E2EC0B3B1}" dt="2026-07-06T11:10:07.109" v="476" actId="20577"/>
        <pc:sldMkLst>
          <pc:docMk/>
          <pc:sldMk cId="1957002475" sldId="261"/>
        </pc:sldMkLst>
        <pc:spChg chg="mod">
          <ac:chgData name="Martin Lautenschläger" userId="S::mlaut@sdu.dk::8dcc64af-d7fc-4e29-96ab-0157138e4ca1" providerId="AD" clId="Web-{0ADBD608-8F68-36D4-72ED-CC9E2EC0B3B1}" dt="2026-07-06T11:10:07.109" v="476" actId="20577"/>
          <ac:spMkLst>
            <pc:docMk/>
            <pc:sldMk cId="1957002475" sldId="261"/>
            <ac:spMk id="2" creationId="{1FBD9C82-9652-91F6-353B-96895B9B06FF}"/>
          </ac:spMkLst>
        </pc:spChg>
        <pc:spChg chg="mod">
          <ac:chgData name="Martin Lautenschläger" userId="S::mlaut@sdu.dk::8dcc64af-d7fc-4e29-96ab-0157138e4ca1" providerId="AD" clId="Web-{0ADBD608-8F68-36D4-72ED-CC9E2EC0B3B1}" dt="2026-07-06T11:09:52.936" v="474" actId="20577"/>
          <ac:spMkLst>
            <pc:docMk/>
            <pc:sldMk cId="1957002475" sldId="261"/>
            <ac:spMk id="10" creationId="{7486997B-6EA1-D38B-E7FC-39CA133A26E4}"/>
          </ac:spMkLst>
        </pc:spChg>
      </pc:sldChg>
      <pc:sldChg chg="addSp modSp ord">
        <pc:chgData name="Martin Lautenschläger" userId="S::mlaut@sdu.dk::8dcc64af-d7fc-4e29-96ab-0157138e4ca1" providerId="AD" clId="Web-{0ADBD608-8F68-36D4-72ED-CC9E2EC0B3B1}" dt="2026-07-06T11:12:52.600" v="542" actId="20577"/>
        <pc:sldMkLst>
          <pc:docMk/>
          <pc:sldMk cId="611534479" sldId="262"/>
        </pc:sldMkLst>
        <pc:spChg chg="mod">
          <ac:chgData name="Martin Lautenschläger" userId="S::mlaut@sdu.dk::8dcc64af-d7fc-4e29-96ab-0157138e4ca1" providerId="AD" clId="Web-{0ADBD608-8F68-36D4-72ED-CC9E2EC0B3B1}" dt="2026-07-06T11:10:25.828" v="480" actId="20577"/>
          <ac:spMkLst>
            <pc:docMk/>
            <pc:sldMk cId="611534479" sldId="262"/>
            <ac:spMk id="2" creationId="{EA7AD6E9-94C5-49D9-8212-8A9366E4EC8B}"/>
          </ac:spMkLst>
        </pc:spChg>
        <pc:spChg chg="mod">
          <ac:chgData name="Martin Lautenschläger" userId="S::mlaut@sdu.dk::8dcc64af-d7fc-4e29-96ab-0157138e4ca1" providerId="AD" clId="Web-{0ADBD608-8F68-36D4-72ED-CC9E2EC0B3B1}" dt="2026-07-06T11:11:50.613" v="529" actId="20577"/>
          <ac:spMkLst>
            <pc:docMk/>
            <pc:sldMk cId="611534479" sldId="262"/>
            <ac:spMk id="9" creationId="{A0E8A9D8-3173-1722-E97A-C5042370BA4C}"/>
          </ac:spMkLst>
        </pc:spChg>
        <pc:spChg chg="add mod">
          <ac:chgData name="Martin Lautenschläger" userId="S::mlaut@sdu.dk::8dcc64af-d7fc-4e29-96ab-0157138e4ca1" providerId="AD" clId="Web-{0ADBD608-8F68-36D4-72ED-CC9E2EC0B3B1}" dt="2026-07-06T11:12:32.927" v="539" actId="1076"/>
          <ac:spMkLst>
            <pc:docMk/>
            <pc:sldMk cId="611534479" sldId="262"/>
            <ac:spMk id="10" creationId="{B363DBDD-122D-CEDD-C5FE-B94D6F607F32}"/>
          </ac:spMkLst>
        </pc:spChg>
        <pc:spChg chg="add mod">
          <ac:chgData name="Martin Lautenschläger" userId="S::mlaut@sdu.dk::8dcc64af-d7fc-4e29-96ab-0157138e4ca1" providerId="AD" clId="Web-{0ADBD608-8F68-36D4-72ED-CC9E2EC0B3B1}" dt="2026-07-06T11:12:52.600" v="542" actId="20577"/>
          <ac:spMkLst>
            <pc:docMk/>
            <pc:sldMk cId="611534479" sldId="262"/>
            <ac:spMk id="12" creationId="{CB05F06D-F898-4AB4-88A1-4BD91F45F8E8}"/>
          </ac:spMkLst>
        </pc:spChg>
        <pc:picChg chg="add mod">
          <ac:chgData name="Martin Lautenschläger" userId="S::mlaut@sdu.dk::8dcc64af-d7fc-4e29-96ab-0157138e4ca1" providerId="AD" clId="Web-{0ADBD608-8F68-36D4-72ED-CC9E2EC0B3B1}" dt="2026-07-06T11:12:14.520" v="533" actId="1076"/>
          <ac:picMkLst>
            <pc:docMk/>
            <pc:sldMk cId="611534479" sldId="262"/>
            <ac:picMk id="5" creationId="{5548D433-ABE1-DE9D-DF70-89357D488510}"/>
          </ac:picMkLst>
        </pc:picChg>
      </pc:sldChg>
      <pc:sldChg chg="modSp ord">
        <pc:chgData name="Martin Lautenschläger" userId="S::mlaut@sdu.dk::8dcc64af-d7fc-4e29-96ab-0157138e4ca1" providerId="AD" clId="Web-{0ADBD608-8F68-36D4-72ED-CC9E2EC0B3B1}" dt="2026-07-06T11:02:32.543" v="292"/>
        <pc:sldMkLst>
          <pc:docMk/>
          <pc:sldMk cId="2806211734" sldId="263"/>
        </pc:sldMkLst>
        <pc:spChg chg="mod">
          <ac:chgData name="Martin Lautenschläger" userId="S::mlaut@sdu.dk::8dcc64af-d7fc-4e29-96ab-0157138e4ca1" providerId="AD" clId="Web-{0ADBD608-8F68-36D4-72ED-CC9E2EC0B3B1}" dt="2026-07-06T11:02:01.839" v="277" actId="20577"/>
          <ac:spMkLst>
            <pc:docMk/>
            <pc:sldMk cId="2806211734" sldId="263"/>
            <ac:spMk id="2" creationId="{0A1C5597-DC50-E9A7-A9FD-7954C7BC8EB4}"/>
          </ac:spMkLst>
        </pc:spChg>
        <pc:spChg chg="mod">
          <ac:chgData name="Martin Lautenschläger" userId="S::mlaut@sdu.dk::8dcc64af-d7fc-4e29-96ab-0157138e4ca1" providerId="AD" clId="Web-{0ADBD608-8F68-36D4-72ED-CC9E2EC0B3B1}" dt="2026-07-06T11:02:28.278" v="291" actId="20577"/>
          <ac:spMkLst>
            <pc:docMk/>
            <pc:sldMk cId="2806211734" sldId="263"/>
            <ac:spMk id="5" creationId="{AF9D5FC5-F9F0-87AE-9FE6-3D611B6BEE5B}"/>
          </ac:spMkLst>
        </pc:spChg>
      </pc:sldChg>
      <pc:sldChg chg="modSp ord">
        <pc:chgData name="Martin Lautenschläger" userId="S::mlaut@sdu.dk::8dcc64af-d7fc-4e29-96ab-0157138e4ca1" providerId="AD" clId="Web-{0ADBD608-8F68-36D4-72ED-CC9E2EC0B3B1}" dt="2026-07-06T11:03:56.484" v="338" actId="20577"/>
        <pc:sldMkLst>
          <pc:docMk/>
          <pc:sldMk cId="707362520" sldId="264"/>
        </pc:sldMkLst>
        <pc:spChg chg="mod">
          <ac:chgData name="Martin Lautenschläger" userId="S::mlaut@sdu.dk::8dcc64af-d7fc-4e29-96ab-0157138e4ca1" providerId="AD" clId="Web-{0ADBD608-8F68-36D4-72ED-CC9E2EC0B3B1}" dt="2026-07-06T11:03:56.484" v="338" actId="20577"/>
          <ac:spMkLst>
            <pc:docMk/>
            <pc:sldMk cId="707362520" sldId="264"/>
            <ac:spMk id="7" creationId="{B236DA37-E0E6-43CA-21F6-FB2BFC474C4D}"/>
          </ac:spMkLst>
        </pc:spChg>
      </pc:sldChg>
      <pc:sldChg chg="del">
        <pc:chgData name="Martin Lautenschläger" userId="S::mlaut@sdu.dk::8dcc64af-d7fc-4e29-96ab-0157138e4ca1" providerId="AD" clId="Web-{0ADBD608-8F68-36D4-72ED-CC9E2EC0B3B1}" dt="2026-07-06T11:12:56.365" v="543"/>
        <pc:sldMkLst>
          <pc:docMk/>
          <pc:sldMk cId="3791613219" sldId="265"/>
        </pc:sldMkLst>
      </pc:sldChg>
      <pc:sldChg chg="new del">
        <pc:chgData name="Martin Lautenschläger" userId="S::mlaut@sdu.dk::8dcc64af-d7fc-4e29-96ab-0157138e4ca1" providerId="AD" clId="Web-{0ADBD608-8F68-36D4-72ED-CC9E2EC0B3B1}" dt="2026-07-06T10:47:17.616" v="2"/>
        <pc:sldMkLst>
          <pc:docMk/>
          <pc:sldMk cId="1168564979" sldId="266"/>
        </pc:sldMkLst>
      </pc:sldChg>
      <pc:sldChg chg="modSp add replId">
        <pc:chgData name="Martin Lautenschläger" userId="S::mlaut@sdu.dk::8dcc64af-d7fc-4e29-96ab-0157138e4ca1" providerId="AD" clId="Web-{0ADBD608-8F68-36D4-72ED-CC9E2EC0B3B1}" dt="2026-07-06T11:01:52.870" v="274" actId="20577"/>
        <pc:sldMkLst>
          <pc:docMk/>
          <pc:sldMk cId="1477219187" sldId="267"/>
        </pc:sldMkLst>
        <pc:spChg chg="mod">
          <ac:chgData name="Martin Lautenschläger" userId="S::mlaut@sdu.dk::8dcc64af-d7fc-4e29-96ab-0157138e4ca1" providerId="AD" clId="Web-{0ADBD608-8F68-36D4-72ED-CC9E2EC0B3B1}" dt="2026-07-06T11:01:52.870" v="274" actId="20577"/>
          <ac:spMkLst>
            <pc:docMk/>
            <pc:sldMk cId="1477219187" sldId="267"/>
            <ac:spMk id="2" creationId="{B0652B9C-C5E1-426B-09A0-68660D4786B9}"/>
          </ac:spMkLst>
        </pc:spChg>
        <pc:spChg chg="mod">
          <ac:chgData name="Martin Lautenschläger" userId="S::mlaut@sdu.dk::8dcc64af-d7fc-4e29-96ab-0157138e4ca1" providerId="AD" clId="Web-{0ADBD608-8F68-36D4-72ED-CC9E2EC0B3B1}" dt="2026-07-06T10:56:56.030" v="210" actId="20577"/>
          <ac:spMkLst>
            <pc:docMk/>
            <pc:sldMk cId="1477219187" sldId="267"/>
            <ac:spMk id="5" creationId="{B85F2C82-8438-EEE8-C3D3-B205AF17745F}"/>
          </ac:spMkLst>
        </pc:spChg>
        <pc:spChg chg="mod">
          <ac:chgData name="Martin Lautenschläger" userId="S::mlaut@sdu.dk::8dcc64af-d7fc-4e29-96ab-0157138e4ca1" providerId="AD" clId="Web-{0ADBD608-8F68-36D4-72ED-CC9E2EC0B3B1}" dt="2026-07-06T10:58:19.720" v="256" actId="20577"/>
          <ac:spMkLst>
            <pc:docMk/>
            <pc:sldMk cId="1477219187" sldId="267"/>
            <ac:spMk id="8" creationId="{33992EE8-2188-6CEF-A151-2300F493BF94}"/>
          </ac:spMkLst>
        </pc:spChg>
        <pc:picChg chg="mod">
          <ac:chgData name="Martin Lautenschläger" userId="S::mlaut@sdu.dk::8dcc64af-d7fc-4e29-96ab-0157138e4ca1" providerId="AD" clId="Web-{0ADBD608-8F68-36D4-72ED-CC9E2EC0B3B1}" dt="2026-07-06T10:58:25.861" v="257" actId="1076"/>
          <ac:picMkLst>
            <pc:docMk/>
            <pc:sldMk cId="1477219187" sldId="267"/>
            <ac:picMk id="7" creationId="{E0AB694F-197D-5F5A-5E78-193E9C2A9E64}"/>
          </ac:picMkLst>
        </pc:picChg>
      </pc:sldChg>
      <pc:sldChg chg="addSp delSp modSp add replId delAnim">
        <pc:chgData name="Martin Lautenschläger" userId="S::mlaut@sdu.dk::8dcc64af-d7fc-4e29-96ab-0157138e4ca1" providerId="AD" clId="Web-{0ADBD608-8F68-36D4-72ED-CC9E2EC0B3B1}" dt="2026-07-06T11:07:29.837" v="431" actId="20577"/>
        <pc:sldMkLst>
          <pc:docMk/>
          <pc:sldMk cId="847978807" sldId="268"/>
        </pc:sldMkLst>
        <pc:spChg chg="mod">
          <ac:chgData name="Martin Lautenschläger" userId="S::mlaut@sdu.dk::8dcc64af-d7fc-4e29-96ab-0157138e4ca1" providerId="AD" clId="Web-{0ADBD608-8F68-36D4-72ED-CC9E2EC0B3B1}" dt="2026-07-06T11:04:57.127" v="347" actId="20577"/>
          <ac:spMkLst>
            <pc:docMk/>
            <pc:sldMk cId="847978807" sldId="268"/>
            <ac:spMk id="2" creationId="{A0A2789D-0F32-4BCE-3B66-4437E7C52D2F}"/>
          </ac:spMkLst>
        </pc:spChg>
        <pc:spChg chg="del mod">
          <ac:chgData name="Martin Lautenschläger" userId="S::mlaut@sdu.dk::8dcc64af-d7fc-4e29-96ab-0157138e4ca1" providerId="AD" clId="Web-{0ADBD608-8F68-36D4-72ED-CC9E2EC0B3B1}" dt="2026-07-06T11:05:48.239" v="376"/>
          <ac:spMkLst>
            <pc:docMk/>
            <pc:sldMk cId="847978807" sldId="268"/>
            <ac:spMk id="16" creationId="{D8827C32-7057-850F-0741-610E4E8DFB1A}"/>
          </ac:spMkLst>
        </pc:spChg>
        <pc:spChg chg="del">
          <ac:chgData name="Martin Lautenschläger" userId="S::mlaut@sdu.dk::8dcc64af-d7fc-4e29-96ab-0157138e4ca1" providerId="AD" clId="Web-{0ADBD608-8F68-36D4-72ED-CC9E2EC0B3B1}" dt="2026-07-06T11:05:43.973" v="371"/>
          <ac:spMkLst>
            <pc:docMk/>
            <pc:sldMk cId="847978807" sldId="268"/>
            <ac:spMk id="18" creationId="{1B3B9CA4-0938-BCAE-D104-23EBAC04B2C2}"/>
          </ac:spMkLst>
        </pc:spChg>
        <pc:spChg chg="del">
          <ac:chgData name="Martin Lautenschläger" userId="S::mlaut@sdu.dk::8dcc64af-d7fc-4e29-96ab-0157138e4ca1" providerId="AD" clId="Web-{0ADBD608-8F68-36D4-72ED-CC9E2EC0B3B1}" dt="2026-07-06T11:05:45.864" v="374"/>
          <ac:spMkLst>
            <pc:docMk/>
            <pc:sldMk cId="847978807" sldId="268"/>
            <ac:spMk id="20" creationId="{B04233AB-2096-B782-C446-1CAAE268C6A1}"/>
          </ac:spMkLst>
        </pc:spChg>
        <pc:spChg chg="mod">
          <ac:chgData name="Martin Lautenschläger" userId="S::mlaut@sdu.dk::8dcc64af-d7fc-4e29-96ab-0157138e4ca1" providerId="AD" clId="Web-{0ADBD608-8F68-36D4-72ED-CC9E2EC0B3B1}" dt="2026-07-06T11:05:09.097" v="349" actId="20577"/>
          <ac:spMkLst>
            <pc:docMk/>
            <pc:sldMk cId="847978807" sldId="268"/>
            <ac:spMk id="21" creationId="{4D23ECA4-7451-D098-9406-B2CAE0FE8B43}"/>
          </ac:spMkLst>
        </pc:spChg>
        <pc:spChg chg="mod">
          <ac:chgData name="Martin Lautenschläger" userId="S::mlaut@sdu.dk::8dcc64af-d7fc-4e29-96ab-0157138e4ca1" providerId="AD" clId="Web-{0ADBD608-8F68-36D4-72ED-CC9E2EC0B3B1}" dt="2026-07-06T11:07:29.837" v="431" actId="20577"/>
          <ac:spMkLst>
            <pc:docMk/>
            <pc:sldMk cId="847978807" sldId="268"/>
            <ac:spMk id="22" creationId="{7F49F700-32DB-0F81-39AC-8FE023251362}"/>
          </ac:spMkLst>
        </pc:spChg>
        <pc:picChg chg="add mod">
          <ac:chgData name="Martin Lautenschläger" userId="S::mlaut@sdu.dk::8dcc64af-d7fc-4e29-96ab-0157138e4ca1" providerId="AD" clId="Web-{0ADBD608-8F68-36D4-72ED-CC9E2EC0B3B1}" dt="2026-07-06T11:06:36.772" v="378" actId="1076"/>
          <ac:picMkLst>
            <pc:docMk/>
            <pc:sldMk cId="847978807" sldId="268"/>
            <ac:picMk id="3" creationId="{0F3BD244-5394-B1E6-9768-D481EFE95DB9}"/>
          </ac:picMkLst>
        </pc:picChg>
        <pc:picChg chg="del">
          <ac:chgData name="Martin Lautenschläger" userId="S::mlaut@sdu.dk::8dcc64af-d7fc-4e29-96ab-0157138e4ca1" providerId="AD" clId="Web-{0ADBD608-8F68-36D4-72ED-CC9E2EC0B3B1}" dt="2026-07-06T11:05:44.629" v="372"/>
          <ac:picMkLst>
            <pc:docMk/>
            <pc:sldMk cId="847978807" sldId="268"/>
            <ac:picMk id="11" creationId="{529A09CB-A2C2-27C0-B224-3B15EA665D1F}"/>
          </ac:picMkLst>
        </pc:picChg>
        <pc:picChg chg="del">
          <ac:chgData name="Martin Lautenschläger" userId="S::mlaut@sdu.dk::8dcc64af-d7fc-4e29-96ab-0157138e4ca1" providerId="AD" clId="Web-{0ADBD608-8F68-36D4-72ED-CC9E2EC0B3B1}" dt="2026-07-06T11:05:43.285" v="370"/>
          <ac:picMkLst>
            <pc:docMk/>
            <pc:sldMk cId="847978807" sldId="268"/>
            <ac:picMk id="12" creationId="{1D31C518-E4F8-91B3-8BB3-9299DA519D7F}"/>
          </ac:picMkLst>
        </pc:picChg>
        <pc:picChg chg="del">
          <ac:chgData name="Martin Lautenschläger" userId="S::mlaut@sdu.dk::8dcc64af-d7fc-4e29-96ab-0157138e4ca1" providerId="AD" clId="Web-{0ADBD608-8F68-36D4-72ED-CC9E2EC0B3B1}" dt="2026-07-06T11:05:42.598" v="369"/>
          <ac:picMkLst>
            <pc:docMk/>
            <pc:sldMk cId="847978807" sldId="268"/>
            <ac:picMk id="13" creationId="{F3EA76AB-F49D-265B-9BF3-2A2F343A6687}"/>
          </ac:picMkLst>
        </pc:picChg>
        <pc:picChg chg="del">
          <ac:chgData name="Martin Lautenschläger" userId="S::mlaut@sdu.dk::8dcc64af-d7fc-4e29-96ab-0157138e4ca1" providerId="AD" clId="Web-{0ADBD608-8F68-36D4-72ED-CC9E2EC0B3B1}" dt="2026-07-06T11:05:41.645" v="367"/>
          <ac:picMkLst>
            <pc:docMk/>
            <pc:sldMk cId="847978807" sldId="268"/>
            <ac:picMk id="14" creationId="{218F86F1-209B-A6E5-1961-23AD856F6114}"/>
          </ac:picMkLst>
        </pc:picChg>
        <pc:cxnChg chg="del">
          <ac:chgData name="Martin Lautenschläger" userId="S::mlaut@sdu.dk::8dcc64af-d7fc-4e29-96ab-0157138e4ca1" providerId="AD" clId="Web-{0ADBD608-8F68-36D4-72ED-CC9E2EC0B3B1}" dt="2026-07-06T11:05:42.160" v="368"/>
          <ac:cxnSpMkLst>
            <pc:docMk/>
            <pc:sldMk cId="847978807" sldId="268"/>
            <ac:cxnSpMk id="15" creationId="{AA995698-2DCE-A9D7-B947-EF8D92CB2C19}"/>
          </ac:cxnSpMkLst>
        </pc:cxnChg>
        <pc:cxnChg chg="del">
          <ac:chgData name="Martin Lautenschläger" userId="S::mlaut@sdu.dk::8dcc64af-d7fc-4e29-96ab-0157138e4ca1" providerId="AD" clId="Web-{0ADBD608-8F68-36D4-72ED-CC9E2EC0B3B1}" dt="2026-07-06T11:05:45.536" v="373"/>
          <ac:cxnSpMkLst>
            <pc:docMk/>
            <pc:sldMk cId="847978807" sldId="268"/>
            <ac:cxnSpMk id="19" creationId="{3A674867-465D-4B62-AFC9-27464F00A8AF}"/>
          </ac:cxnSpMkLst>
        </pc:cxnChg>
      </pc:sldChg>
    </pc:docChg>
  </pc:docChgLst>
  <pc:docChgLst>
    <pc:chgData name="Martin Lautenschläger" userId="S::mlaut@sdu.dk::8dcc64af-d7fc-4e29-96ab-0157138e4ca1" providerId="AD" clId="Web-{14F70985-1FBF-BEA5-F8A5-4DE1931B11B9}"/>
    <pc:docChg chg="addSld modSld">
      <pc:chgData name="Martin Lautenschläger" userId="S::mlaut@sdu.dk::8dcc64af-d7fc-4e29-96ab-0157138e4ca1" providerId="AD" clId="Web-{14F70985-1FBF-BEA5-F8A5-4DE1931B11B9}" dt="2026-07-06T11:18:12.612" v="34" actId="1076"/>
      <pc:docMkLst>
        <pc:docMk/>
      </pc:docMkLst>
      <pc:sldChg chg="modSp">
        <pc:chgData name="Martin Lautenschläger" userId="S::mlaut@sdu.dk::8dcc64af-d7fc-4e29-96ab-0157138e4ca1" providerId="AD" clId="Web-{14F70985-1FBF-BEA5-F8A5-4DE1931B11B9}" dt="2026-07-06T11:13:54.010" v="0" actId="20577"/>
        <pc:sldMkLst>
          <pc:docMk/>
          <pc:sldMk cId="707362520" sldId="264"/>
        </pc:sldMkLst>
        <pc:spChg chg="mod">
          <ac:chgData name="Martin Lautenschläger" userId="S::mlaut@sdu.dk::8dcc64af-d7fc-4e29-96ab-0157138e4ca1" providerId="AD" clId="Web-{14F70985-1FBF-BEA5-F8A5-4DE1931B11B9}" dt="2026-07-06T11:13:54.010" v="0" actId="20577"/>
          <ac:spMkLst>
            <pc:docMk/>
            <pc:sldMk cId="707362520" sldId="264"/>
            <ac:spMk id="2" creationId="{C15067B1-E003-4BFC-873C-79945770A3A5}"/>
          </ac:spMkLst>
        </pc:spChg>
      </pc:sldChg>
      <pc:sldChg chg="addSp delSp modSp add replId">
        <pc:chgData name="Martin Lautenschläger" userId="S::mlaut@sdu.dk::8dcc64af-d7fc-4e29-96ab-0157138e4ca1" providerId="AD" clId="Web-{14F70985-1FBF-BEA5-F8A5-4DE1931B11B9}" dt="2026-07-06T11:16:02.733" v="18" actId="1076"/>
        <pc:sldMkLst>
          <pc:docMk/>
          <pc:sldMk cId="2010433490" sldId="269"/>
        </pc:sldMkLst>
        <pc:spChg chg="mod">
          <ac:chgData name="Martin Lautenschläger" userId="S::mlaut@sdu.dk::8dcc64af-d7fc-4e29-96ab-0157138e4ca1" providerId="AD" clId="Web-{14F70985-1FBF-BEA5-F8A5-4DE1931B11B9}" dt="2026-07-06T11:14:02.745" v="4" actId="20577"/>
          <ac:spMkLst>
            <pc:docMk/>
            <pc:sldMk cId="2010433490" sldId="269"/>
            <ac:spMk id="2" creationId="{8CF6DE7C-8970-BC66-2166-847EDC146D91}"/>
          </ac:spMkLst>
        </pc:spChg>
        <pc:spChg chg="del">
          <ac:chgData name="Martin Lautenschläger" userId="S::mlaut@sdu.dk::8dcc64af-d7fc-4e29-96ab-0157138e4ca1" providerId="AD" clId="Web-{14F70985-1FBF-BEA5-F8A5-4DE1931B11B9}" dt="2026-07-06T11:15:54.217" v="13"/>
          <ac:spMkLst>
            <pc:docMk/>
            <pc:sldMk cId="2010433490" sldId="269"/>
            <ac:spMk id="5" creationId="{DD967D4C-D2EC-5455-E008-880F82D774D0}"/>
          </ac:spMkLst>
        </pc:spChg>
        <pc:spChg chg="del">
          <ac:chgData name="Martin Lautenschläger" userId="S::mlaut@sdu.dk::8dcc64af-d7fc-4e29-96ab-0157138e4ca1" providerId="AD" clId="Web-{14F70985-1FBF-BEA5-F8A5-4DE1931B11B9}" dt="2026-07-06T11:15:55.811" v="14"/>
          <ac:spMkLst>
            <pc:docMk/>
            <pc:sldMk cId="2010433490" sldId="269"/>
            <ac:spMk id="6" creationId="{FF1A0D02-5F4E-F2F0-C336-E8791C189B9F}"/>
          </ac:spMkLst>
        </pc:spChg>
        <pc:spChg chg="mod">
          <ac:chgData name="Martin Lautenschläger" userId="S::mlaut@sdu.dk::8dcc64af-d7fc-4e29-96ab-0157138e4ca1" providerId="AD" clId="Web-{14F70985-1FBF-BEA5-F8A5-4DE1931B11B9}" dt="2026-07-06T11:14:13.651" v="11" actId="20577"/>
          <ac:spMkLst>
            <pc:docMk/>
            <pc:sldMk cId="2010433490" sldId="269"/>
            <ac:spMk id="7" creationId="{2158BCEE-6DBC-2591-8AF9-3914C2E5EFAA}"/>
          </ac:spMkLst>
        </pc:spChg>
        <pc:picChg chg="add mod">
          <ac:chgData name="Martin Lautenschläger" userId="S::mlaut@sdu.dk::8dcc64af-d7fc-4e29-96ab-0157138e4ca1" providerId="AD" clId="Web-{14F70985-1FBF-BEA5-F8A5-4DE1931B11B9}" dt="2026-07-06T11:16:02.733" v="18" actId="1076"/>
          <ac:picMkLst>
            <pc:docMk/>
            <pc:sldMk cId="2010433490" sldId="269"/>
            <ac:picMk id="3" creationId="{8BE86F31-B30F-000E-3C2C-B68F35EABDE8}"/>
          </ac:picMkLst>
        </pc:picChg>
        <pc:picChg chg="del">
          <ac:chgData name="Martin Lautenschläger" userId="S::mlaut@sdu.dk::8dcc64af-d7fc-4e29-96ab-0157138e4ca1" providerId="AD" clId="Web-{14F70985-1FBF-BEA5-F8A5-4DE1931B11B9}" dt="2026-07-06T11:15:52.155" v="12"/>
          <ac:picMkLst>
            <pc:docMk/>
            <pc:sldMk cId="2010433490" sldId="269"/>
            <ac:picMk id="4" creationId="{961AD4A9-F509-F552-3BBF-4C61F44AA647}"/>
          </ac:picMkLst>
        </pc:picChg>
      </pc:sldChg>
      <pc:sldChg chg="addSp delSp modSp add replId">
        <pc:chgData name="Martin Lautenschläger" userId="S::mlaut@sdu.dk::8dcc64af-d7fc-4e29-96ab-0157138e4ca1" providerId="AD" clId="Web-{14F70985-1FBF-BEA5-F8A5-4DE1931B11B9}" dt="2026-07-06T11:18:12.612" v="34" actId="1076"/>
        <pc:sldMkLst>
          <pc:docMk/>
          <pc:sldMk cId="390035017" sldId="270"/>
        </pc:sldMkLst>
        <pc:spChg chg="mod">
          <ac:chgData name="Martin Lautenschläger" userId="S::mlaut@sdu.dk::8dcc64af-d7fc-4e29-96ab-0157138e4ca1" providerId="AD" clId="Web-{14F70985-1FBF-BEA5-F8A5-4DE1931B11B9}" dt="2026-07-06T11:16:21.687" v="27" actId="20577"/>
          <ac:spMkLst>
            <pc:docMk/>
            <pc:sldMk cId="390035017" sldId="270"/>
            <ac:spMk id="2" creationId="{02C4E2A6-F64C-8445-6378-971B27A6C53B}"/>
          </ac:spMkLst>
        </pc:spChg>
        <pc:picChg chg="del">
          <ac:chgData name="Martin Lautenschläger" userId="S::mlaut@sdu.dk::8dcc64af-d7fc-4e29-96ab-0157138e4ca1" providerId="AD" clId="Web-{14F70985-1FBF-BEA5-F8A5-4DE1931B11B9}" dt="2026-07-06T11:18:03.237" v="28"/>
          <ac:picMkLst>
            <pc:docMk/>
            <pc:sldMk cId="390035017" sldId="270"/>
            <ac:picMk id="3" creationId="{57ECF9DB-9F52-B297-4CA3-ACA96B4502F5}"/>
          </ac:picMkLst>
        </pc:picChg>
        <pc:picChg chg="add mod">
          <ac:chgData name="Martin Lautenschläger" userId="S::mlaut@sdu.dk::8dcc64af-d7fc-4e29-96ab-0157138e4ca1" providerId="AD" clId="Web-{14F70985-1FBF-BEA5-F8A5-4DE1931B11B9}" dt="2026-07-06T11:18:12.612" v="34" actId="1076"/>
          <ac:picMkLst>
            <pc:docMk/>
            <pc:sldMk cId="390035017" sldId="270"/>
            <ac:picMk id="4" creationId="{D80CA7F2-DDDC-CC74-9C91-AB7F6C82F98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28236-4A56-752F-9C8C-ECF2339C8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161DCBF-196D-5441-B29B-FAA15FE36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9982E5-0F5D-2615-063C-E1900D6B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1A18A0-938F-BCEC-6A57-45807A756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F91548-0C14-0FD6-8768-B30EA123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9058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5E6832-868B-7B5B-4226-1CB1BEA6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7A091E-38F6-CE7F-5E7E-EF1DA216A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3DE068-4388-6DFA-FAB3-EB3AD59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358758-5C6E-5C5C-EE90-08A4ED396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FCD359-2FD3-C13E-9181-E2AB4782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3676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EAC9C-57F3-E91B-DF01-9BFB7E509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E7E8C2-AA08-70BB-1FAC-C0AB07408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698A7C-3381-1F8B-3B0E-4E069BE89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EF8C4E-2026-D04E-5ABF-FF046709F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1CC93D-C404-A2BB-4D95-C4C0AE1B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241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7F7FFE-401B-FD34-F19E-8584F19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D9B39F-8378-BCD9-36BE-174744DDD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4152711-7860-019C-E52F-754294E7C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20458B-4D95-EC8E-20F9-D39BF7C1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EE2A8F-B509-D6B6-3A57-00E1240C1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9D28D0-7249-43E1-CA06-AD768E8C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99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F7F79-3332-CD81-77EB-157E78796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AB5D0A-C75E-9692-D4DC-6E07B812B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8428D3-6346-5AA3-B19C-C85BF590B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B33FD-4C8B-9126-7F21-45633A17D8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B501AB-42B2-51A5-E630-3A67B26014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580C7BB-4184-3909-1A73-DD77FFE4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203A6AE-7C0E-38EE-6343-64CF9B7AB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9F76AD0-E724-427B-05BB-50BEFB7A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5612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0CDB6-8EDF-CFB2-F928-3CB757928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22A3AD-B559-ADDC-1ECB-34A086E3A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B179CD7-BF1C-0518-B887-5363F8A91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0BDF4A-4D82-F59E-6D87-ACDE29167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984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09DA4CD-A2D5-5F24-CCD0-76BC833F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C0EFD4-65A5-FAA2-D186-24925FB0D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1D443A-6AD0-2B8A-DBF9-9B89271A9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1371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076D2C-FAB0-B337-1055-8070A4E6C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9F20A4-6C8E-9042-C109-79C76964E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D670A6-6E13-3E9A-7196-1F11F5255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59073D2-A999-1A5C-6E42-0D2E85E5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E3C225-B9E7-2511-1AC8-4FE6AB68E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ABE2E2-21BA-7C4E-EB63-5CB28FDC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4258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74B13B-8E17-1EA7-ECB9-F14BD7A9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D8379C7-CAFD-08E6-64B9-6BBA50914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07D76A-1705-DC3A-2535-C5B0C2C97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BA435E-8EC6-D357-04EB-737D7C84F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9B3109-ED8C-A4C0-8E43-027AEABF6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A064C7-5A44-1881-CEBB-A80BD96F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0770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4CFD35-49BB-FB38-F578-86D94C4B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278ACE-AC24-BD83-73F2-D48808AB1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EF7F8B-9540-EF83-5D97-143FA30D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BC8DD3-4377-38BF-B71A-5D5BEDC36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ACBE7C-F30D-CBF5-5AE8-BF8A57352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76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18144C8-E420-4A14-9A2E-FB319A0C7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7A82C4-08C0-6559-A569-6CC9498E10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575063-5CC1-E06F-7CDB-79772B9CB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508F39F-3FEB-1B11-5ECE-1EF509C3B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FCEC66-4A3E-E90B-C544-331255CF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7298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1F0B34D-0088-83CA-AC5E-93D0BEFF0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A1DE71-4470-8C31-AC9E-C02F61358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C491BA-4CFB-B57D-AC41-6DC8BD0F6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F0CAF-414C-4E39-B97D-01C70ED44220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4504DC-55D4-1884-2A9C-A0973412DD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2E25BA-D2A4-0B8B-B51F-C76D083143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76BF3-A33D-4D8C-A4FB-923EBCA85E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3666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2.mp4"/><Relationship Id="rId7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13.png"/><Relationship Id="rId5" Type="http://schemas.microsoft.com/office/2007/relationships/media" Target="../media/media3.mp4"/><Relationship Id="rId10" Type="http://schemas.openxmlformats.org/officeDocument/2006/relationships/image" Target="../media/image12.png"/><Relationship Id="rId4" Type="http://schemas.openxmlformats.org/officeDocument/2006/relationships/video" Target="../media/media2.mp4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media" Target="../media/media5.mp4"/><Relationship Id="rId7" Type="http://schemas.openxmlformats.org/officeDocument/2006/relationships/slideLayout" Target="../slideLayouts/slideLayout6.xml"/><Relationship Id="rId12" Type="http://schemas.openxmlformats.org/officeDocument/2006/relationships/image" Target="../media/image1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video" Target="../media/media6.mp4"/><Relationship Id="rId11" Type="http://schemas.openxmlformats.org/officeDocument/2006/relationships/image" Target="../media/image18.png"/><Relationship Id="rId5" Type="http://schemas.microsoft.com/office/2007/relationships/media" Target="../media/media6.mp4"/><Relationship Id="rId10" Type="http://schemas.openxmlformats.org/officeDocument/2006/relationships/image" Target="../media/image17.png"/><Relationship Id="rId4" Type="http://schemas.openxmlformats.org/officeDocument/2006/relationships/video" Target="../media/media5.mp4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arxiv.org/abs/2205.00686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www.hindawi.com/journals/geofluids/2021/566874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8AD4ED-D0D7-381C-4C6D-DB191D9150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MicTherm</a:t>
            </a:r>
            <a:r>
              <a:rPr lang="de-DE" dirty="0"/>
              <a:t> – LBM Coupling Idea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FDB3B09-1192-DCF7-38A4-F05ED76E9D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95196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4047D-10CA-C2AA-EECE-37740E10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466B87-0C05-CD0E-3C58-272139B6A8F2}"/>
              </a:ext>
            </a:extLst>
          </p:cNvPr>
          <p:cNvSpPr txBox="1"/>
          <p:nvPr/>
        </p:nvSpPr>
        <p:spPr>
          <a:xfrm>
            <a:off x="835154" y="1526229"/>
            <a:ext cx="1115988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n-US" dirty="0"/>
              <a:t>3 relevant model parameters (non-physical): A, alpha, and kappa</a:t>
            </a:r>
          </a:p>
          <a:p>
            <a:pPr marL="285750" indent="-285750" algn="just">
              <a:buFont typeface="Arial"/>
              <a:buChar char="•"/>
            </a:pPr>
            <a:r>
              <a:rPr lang="en-US"/>
              <a:t>A, alpha: determine phase densities</a:t>
            </a:r>
            <a:endParaRPr lang="en-US" dirty="0"/>
          </a:p>
          <a:p>
            <a:pPr marL="285750" indent="-285750" algn="just">
              <a:buFont typeface="Arial"/>
              <a:buChar char="•"/>
            </a:pPr>
            <a:r>
              <a:rPr lang="en-US"/>
              <a:t>kappa: determines surface tension</a:t>
            </a:r>
            <a:endParaRPr lang="en-US" dirty="0"/>
          </a:p>
          <a:p>
            <a:r>
              <a:rPr lang="en-US"/>
              <a:t>  -&gt; determine dependencies: A(T), alpha(T), kappa(T) for each </a:t>
            </a:r>
            <a:r>
              <a:rPr lang="en-US">
                <a:ea typeface="+mn-lt"/>
                <a:cs typeface="+mn-lt"/>
              </a:rPr>
              <a:t>system </a:t>
            </a:r>
            <a:r>
              <a:rPr lang="en-US" dirty="0">
                <a:ea typeface="+mn-lt"/>
                <a:cs typeface="+mn-lt"/>
              </a:rPr>
              <a:t>of substances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43811-B3E1-7432-E228-2E7C0D523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7" y="2938462"/>
            <a:ext cx="4873625" cy="4942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4FBF84-4897-BCCF-270B-DA7448BA3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718" y="3426000"/>
            <a:ext cx="2493787" cy="9937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8C8B87-F655-3B56-0363-B95544EB1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600" y="4713287"/>
            <a:ext cx="4566356" cy="1311981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16D7BA-900F-7140-3FD0-578922DD9FA3}"/>
              </a:ext>
            </a:extLst>
          </p:cNvPr>
          <p:cNvSpPr/>
          <p:nvPr/>
        </p:nvSpPr>
        <p:spPr>
          <a:xfrm>
            <a:off x="2599880" y="3033404"/>
            <a:ext cx="317449" cy="307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7120929-9ED4-90F0-2C36-02386D609B71}"/>
              </a:ext>
            </a:extLst>
          </p:cNvPr>
          <p:cNvSpPr/>
          <p:nvPr/>
        </p:nvSpPr>
        <p:spPr>
          <a:xfrm>
            <a:off x="4314380" y="3033404"/>
            <a:ext cx="317449" cy="307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155EA4D-173A-EBAB-82E2-5D20CB510D1C}"/>
              </a:ext>
            </a:extLst>
          </p:cNvPr>
          <p:cNvSpPr/>
          <p:nvPr/>
        </p:nvSpPr>
        <p:spPr>
          <a:xfrm>
            <a:off x="2712769" y="3527293"/>
            <a:ext cx="190450" cy="307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F1E4AA4-E014-8FD4-BE0A-082CEAE6D436}"/>
              </a:ext>
            </a:extLst>
          </p:cNvPr>
          <p:cNvSpPr/>
          <p:nvPr/>
        </p:nvSpPr>
        <p:spPr>
          <a:xfrm>
            <a:off x="2317658" y="4105848"/>
            <a:ext cx="190450" cy="307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40E5F5F-3E77-790D-3841-A432C0C2E9A7}"/>
              </a:ext>
            </a:extLst>
          </p:cNvPr>
          <p:cNvSpPr/>
          <p:nvPr/>
        </p:nvSpPr>
        <p:spPr>
          <a:xfrm>
            <a:off x="1971935" y="4924293"/>
            <a:ext cx="169283" cy="307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679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A7A7-2B0D-2E5A-CB66-EE14A24BB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652B9C-C5E1-426B-09A0-68660D478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Thermodynamic Consistency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21BF9F-254E-237C-8A87-75BD59325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54" y="1690688"/>
            <a:ext cx="2688640" cy="235189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85F2C82-8438-EEE8-C3D3-B205AF17745F}"/>
              </a:ext>
            </a:extLst>
          </p:cNvPr>
          <p:cNvSpPr txBox="1"/>
          <p:nvPr/>
        </p:nvSpPr>
        <p:spPr>
          <a:xfrm>
            <a:off x="3890210" y="1864896"/>
            <a:ext cx="6474995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dirty="0"/>
              <a:t>Idea: Benchmark of A(T), alpha(T), and kappa(T) using Laplace scenario (liquid droplet in </a:t>
            </a:r>
            <a:r>
              <a:rPr lang="en-US" dirty="0" err="1"/>
              <a:t>coexisiting</a:t>
            </a:r>
            <a:r>
              <a:rPr lang="en-US" dirty="0"/>
              <a:t> vapor).</a:t>
            </a:r>
          </a:p>
          <a:p>
            <a:pPr algn="just"/>
            <a:r>
              <a:rPr lang="en-US" dirty="0"/>
              <a:t>Comparison of coexistence densities vs. </a:t>
            </a:r>
            <a:r>
              <a:rPr lang="en-US" dirty="0" err="1"/>
              <a:t>T_red</a:t>
            </a:r>
            <a:r>
              <a:rPr lang="en-US" dirty="0"/>
              <a:t> derived from LB simulations with predictions from the Maxwell construction for Van der Waals (and </a:t>
            </a:r>
            <a:r>
              <a:rPr lang="en-US" dirty="0" err="1"/>
              <a:t>Carnhan</a:t>
            </a:r>
            <a:r>
              <a:rPr lang="en-US" dirty="0"/>
              <a:t>-Starling (CS))  from </a:t>
            </a:r>
            <a:r>
              <a:rPr lang="en-US" dirty="0" err="1"/>
              <a:t>MicTherm</a:t>
            </a:r>
            <a:r>
              <a:rPr lang="en-US" dirty="0"/>
              <a:t> </a:t>
            </a:r>
            <a:endParaRPr lang="en-US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0AB694F-197D-5F5A-5E78-193E9C2A9E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8" r="-1"/>
          <a:stretch/>
        </p:blipFill>
        <p:spPr>
          <a:xfrm>
            <a:off x="415090" y="4253873"/>
            <a:ext cx="5143500" cy="231238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33992EE8-2188-6CEF-A151-2300F493BF94}"/>
              </a:ext>
            </a:extLst>
          </p:cNvPr>
          <p:cNvSpPr txBox="1"/>
          <p:nvPr/>
        </p:nvSpPr>
        <p:spPr>
          <a:xfrm>
            <a:off x="3940342" y="3315778"/>
            <a:ext cx="4172424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</a:t>
            </a:r>
            <a:r>
              <a:rPr lang="en-US" sz="1400" baseline="30000" dirty="0"/>
              <a:t>[1]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(CS)</a:t>
            </a:r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Thermal: constant, homogeneous </a:t>
            </a:r>
            <a:r>
              <a:rPr lang="en-US" sz="1400"/>
              <a:t>temperature field</a:t>
            </a:r>
            <a:endParaRPr lang="en-US" sz="1400" dirty="0"/>
          </a:p>
          <a:p>
            <a:r>
              <a:rPr lang="en-US" sz="1400" dirty="0"/>
              <a:t>Scenario: </a:t>
            </a:r>
            <a:r>
              <a:rPr lang="en-US" sz="1400"/>
              <a:t>available</a:t>
            </a:r>
            <a:endParaRPr lang="en-US" sz="1400" dirty="0"/>
          </a:p>
        </p:txBody>
      </p:sp>
      <p:sp>
        <p:nvSpPr>
          <p:cNvPr id="9" name="Textfeld 9">
            <a:extLst>
              <a:ext uri="{FF2B5EF4-FFF2-40B4-BE49-F238E27FC236}">
                <a16:creationId xmlns:a16="http://schemas.microsoft.com/office/drawing/2014/main" id="{2BFE0CB8-4A95-BE59-8A0B-C5C6FD2BE941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https://pubs.aip.org/pof/article/18/4/042101/915484/Equations-of-state-in-a-lattice-Boltzmann-model.	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219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1C5597-DC50-E9A7-A9FD-7954C7B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Phase Separation Process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77058B9-56E0-E34F-3C6A-670A444A2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9" y="1690688"/>
            <a:ext cx="4976006" cy="306246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F9D5FC5-F9F0-87AE-9FE6-3D611B6BEE5B}"/>
              </a:ext>
            </a:extLst>
          </p:cNvPr>
          <p:cNvSpPr txBox="1"/>
          <p:nvPr/>
        </p:nvSpPr>
        <p:spPr>
          <a:xfrm>
            <a:off x="6011471" y="2844960"/>
            <a:ext cx="4172424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constant, homogeneous temperature field</a:t>
            </a:r>
          </a:p>
          <a:p>
            <a:r>
              <a:rPr lang="en-US" sz="1400"/>
              <a:t>Scenario: available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27B2E46-ADB0-9585-580C-F9A2882C8655}"/>
              </a:ext>
            </a:extLst>
          </p:cNvPr>
          <p:cNvSpPr txBox="1"/>
          <p:nvPr/>
        </p:nvSpPr>
        <p:spPr>
          <a:xfrm>
            <a:off x="5962650" y="1795550"/>
            <a:ext cx="5175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Idee: Phase separation initiates with the formation of small droplets or bubbles which progressively coalesce to form a larger droplet or bubble.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426D4A0-A0A2-75FF-3076-6F3E98A7A80E}"/>
              </a:ext>
            </a:extLst>
          </p:cNvPr>
          <p:cNvSpPr txBox="1"/>
          <p:nvPr/>
        </p:nvSpPr>
        <p:spPr>
          <a:xfrm>
            <a:off x="611420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8" name="Textfeld 9">
            <a:extLst>
              <a:ext uri="{FF2B5EF4-FFF2-40B4-BE49-F238E27FC236}">
                <a16:creationId xmlns:a16="http://schemas.microsoft.com/office/drawing/2014/main" id="{6AD808A0-80D4-57D9-FA73-1FD58EB86449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https://linkinghub.elsevier.com/retrieve/pii/S0997754618302103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211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067B1-E003-4BFC-873C-79945770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Single Cavitating Bubble under </a:t>
            </a:r>
            <a:r>
              <a:rPr lang="en-US" dirty="0"/>
              <a:t>Poiseuille Flow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5EE474E-B38C-FA9E-CB51-7EB4D7D5D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16" y="2009236"/>
            <a:ext cx="3972589" cy="340324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EBE5067-912D-1847-3DF3-8C29C791FEA3}"/>
              </a:ext>
            </a:extLst>
          </p:cNvPr>
          <p:cNvSpPr txBox="1"/>
          <p:nvPr/>
        </p:nvSpPr>
        <p:spPr>
          <a:xfrm>
            <a:off x="611420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6" name="Textfeld 9">
            <a:extLst>
              <a:ext uri="{FF2B5EF4-FFF2-40B4-BE49-F238E27FC236}">
                <a16:creationId xmlns:a16="http://schemas.microsoft.com/office/drawing/2014/main" id="{B8B770DD-4577-3FF3-10F7-04EDDFDF054D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https://linkinghub.elsevier.com/retrieve/pii/S0997754618302103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236DA37-E0E6-43CA-21F6-FB2BFC474C4D}"/>
              </a:ext>
            </a:extLst>
          </p:cNvPr>
          <p:cNvSpPr txBox="1"/>
          <p:nvPr/>
        </p:nvSpPr>
        <p:spPr>
          <a:xfrm>
            <a:off x="4822957" y="2034870"/>
            <a:ext cx="5245410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constant, homogeneous temperature field</a:t>
            </a:r>
          </a:p>
          <a:p>
            <a:r>
              <a:rPr lang="en-US" sz="1400" dirty="0"/>
              <a:t>Scenario: moderate adaptation of existing </a:t>
            </a:r>
            <a:r>
              <a:rPr lang="en-US" sz="1400"/>
              <a:t>scenarios, e.g., wall BC</a:t>
            </a:r>
          </a:p>
        </p:txBody>
      </p:sp>
    </p:spTree>
    <p:extLst>
      <p:ext uri="{BB962C8B-B14F-4D97-AF65-F5344CB8AC3E}">
        <p14:creationId xmlns:p14="http://schemas.microsoft.com/office/powerpoint/2010/main" val="707362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21D7C-3B57-0F88-E76F-B28FD0207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F6DE7C-8970-BC66-2166-847EDC146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Rising Bubble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158BCEE-6DBC-2591-8AF9-3914C2E5EFAA}"/>
              </a:ext>
            </a:extLst>
          </p:cNvPr>
          <p:cNvSpPr txBox="1"/>
          <p:nvPr/>
        </p:nvSpPr>
        <p:spPr>
          <a:xfrm>
            <a:off x="4822957" y="2034870"/>
            <a:ext cx="4203971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constant, homogeneous temperature field</a:t>
            </a:r>
          </a:p>
          <a:p>
            <a:r>
              <a:rPr lang="en-US" sz="1400" dirty="0"/>
              <a:t>Scenario: moderate adaptation of existing </a:t>
            </a:r>
            <a:r>
              <a:rPr lang="en-US" sz="1400"/>
              <a:t>scenarios</a:t>
            </a:r>
          </a:p>
        </p:txBody>
      </p:sp>
      <p:pic>
        <p:nvPicPr>
          <p:cNvPr id="3" name="Picture 2" descr="Simulation of a rising bubble with five different codes. | Download  Scientific Diagram">
            <a:extLst>
              <a:ext uri="{FF2B5EF4-FFF2-40B4-BE49-F238E27FC236}">
                <a16:creationId xmlns:a16="http://schemas.microsoft.com/office/drawing/2014/main" id="{8BE86F31-B30F-000E-3C2C-B68F35EAB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161" y="1576211"/>
            <a:ext cx="2219678" cy="443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433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D30F3-A413-975E-5FAA-4A8C54BB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C4E2A6-F64C-8445-6378-971B27A6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Droplet </a:t>
            </a:r>
            <a:r>
              <a:rPr lang="en-US"/>
              <a:t>Collision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ABF9D21-05DE-98E4-99F7-4DC2B9BD59EC}"/>
              </a:ext>
            </a:extLst>
          </p:cNvPr>
          <p:cNvSpPr txBox="1"/>
          <p:nvPr/>
        </p:nvSpPr>
        <p:spPr>
          <a:xfrm>
            <a:off x="4822957" y="2034870"/>
            <a:ext cx="4203971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constant, homogeneous temperature field</a:t>
            </a:r>
          </a:p>
          <a:p>
            <a:r>
              <a:rPr lang="en-US" sz="1400" dirty="0"/>
              <a:t>Scenario: moderate adaptation of existing </a:t>
            </a:r>
            <a:r>
              <a:rPr lang="en-US" sz="1400"/>
              <a:t>scenarios</a:t>
            </a:r>
          </a:p>
        </p:txBody>
      </p:sp>
      <p:pic>
        <p:nvPicPr>
          <p:cNvPr id="4" name="Picture 3" descr="Simulation of binary droplet collisions from bouncing to shattering regime  | Phys. Rev. E">
            <a:extLst>
              <a:ext uri="{FF2B5EF4-FFF2-40B4-BE49-F238E27FC236}">
                <a16:creationId xmlns:a16="http://schemas.microsoft.com/office/drawing/2014/main" id="{D80CA7F2-DDDC-CC74-9C91-AB7F6C82F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438" y="1357489"/>
            <a:ext cx="1986846" cy="396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35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6677EB-976D-BD09-136E-CB0748BD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Moving Droplet 2D in Fluid</a:t>
            </a:r>
          </a:p>
        </p:txBody>
      </p:sp>
      <p:pic>
        <p:nvPicPr>
          <p:cNvPr id="11" name="Lineprofil">
            <a:hlinkClick r:id="" action="ppaction://media"/>
            <a:extLst>
              <a:ext uri="{FF2B5EF4-FFF2-40B4-BE49-F238E27FC236}">
                <a16:creationId xmlns:a16="http://schemas.microsoft.com/office/drawing/2014/main" id="{7AE07552-EE52-BC13-F0DE-5C6875B3D0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1751" y="4237850"/>
            <a:ext cx="2216857" cy="25070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Density_Profil">
            <a:hlinkClick r:id="" action="ppaction://media"/>
            <a:extLst>
              <a:ext uri="{FF2B5EF4-FFF2-40B4-BE49-F238E27FC236}">
                <a16:creationId xmlns:a16="http://schemas.microsoft.com/office/drawing/2014/main" id="{0B8143DD-5907-0478-D058-D8E6FF2756E7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rcRect l="30506" t="15118" r="30394" b="18215"/>
          <a:stretch/>
        </p:blipFill>
        <p:spPr>
          <a:xfrm>
            <a:off x="417311" y="1468784"/>
            <a:ext cx="2601532" cy="2496064"/>
          </a:xfrm>
          <a:prstGeom prst="rect">
            <a:avLst/>
          </a:prstGeom>
        </p:spPr>
      </p:pic>
      <p:pic>
        <p:nvPicPr>
          <p:cNvPr id="13" name="Pressure_Profil">
            <a:hlinkClick r:id="" action="ppaction://media"/>
            <a:extLst>
              <a:ext uri="{FF2B5EF4-FFF2-40B4-BE49-F238E27FC236}">
                <a16:creationId xmlns:a16="http://schemas.microsoft.com/office/drawing/2014/main" id="{D438C97D-F0F5-FEC8-B7A9-21FE30EE38B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rcRect l="30585" t="15052" r="30210" b="14712"/>
          <a:stretch/>
        </p:blipFill>
        <p:spPr>
          <a:xfrm>
            <a:off x="3271054" y="1468784"/>
            <a:ext cx="2472924" cy="249292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9E010D96-38F3-D219-A5E8-ADCF252108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06" t="15278" r="30150" b="15185"/>
          <a:stretch/>
        </p:blipFill>
        <p:spPr>
          <a:xfrm>
            <a:off x="3241274" y="4239863"/>
            <a:ext cx="2502704" cy="2476325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B4FF9F8-3939-4A78-7869-F4854F40B0F4}"/>
              </a:ext>
            </a:extLst>
          </p:cNvPr>
          <p:cNvCxnSpPr>
            <a:cxnSpLocks/>
          </p:cNvCxnSpPr>
          <p:nvPr/>
        </p:nvCxnSpPr>
        <p:spPr>
          <a:xfrm flipH="1">
            <a:off x="4492626" y="1403795"/>
            <a:ext cx="13485" cy="53767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3402AF2-C970-A826-E5D4-F30E11AEA744}"/>
              </a:ext>
            </a:extLst>
          </p:cNvPr>
          <p:cNvSpPr txBox="1"/>
          <p:nvPr/>
        </p:nvSpPr>
        <p:spPr>
          <a:xfrm>
            <a:off x="508720" y="1809482"/>
            <a:ext cx="798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vapor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0F3D2A-BA06-2015-CC76-2B1F5DA94B97}"/>
              </a:ext>
            </a:extLst>
          </p:cNvPr>
          <p:cNvSpPr txBox="1"/>
          <p:nvPr/>
        </p:nvSpPr>
        <p:spPr>
          <a:xfrm>
            <a:off x="1374646" y="2530578"/>
            <a:ext cx="798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liquid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6893D27-43C5-4B12-6A83-65AB8DEA9F0A}"/>
              </a:ext>
            </a:extLst>
          </p:cNvPr>
          <p:cNvSpPr/>
          <p:nvPr/>
        </p:nvSpPr>
        <p:spPr>
          <a:xfrm>
            <a:off x="1429201" y="4539802"/>
            <a:ext cx="367048" cy="187387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96E4E6-47ED-7810-A98C-1BCBA503D843}"/>
              </a:ext>
            </a:extLst>
          </p:cNvPr>
          <p:cNvCxnSpPr>
            <a:cxnSpLocks/>
          </p:cNvCxnSpPr>
          <p:nvPr/>
        </p:nvCxnSpPr>
        <p:spPr>
          <a:xfrm flipH="1">
            <a:off x="704643" y="4894557"/>
            <a:ext cx="212396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feil: nach unten 19">
            <a:extLst>
              <a:ext uri="{FF2B5EF4-FFF2-40B4-BE49-F238E27FC236}">
                <a16:creationId xmlns:a16="http://schemas.microsoft.com/office/drawing/2014/main" id="{BDEE6AA8-6D9D-1371-07A9-44D7B5D9C897}"/>
              </a:ext>
            </a:extLst>
          </p:cNvPr>
          <p:cNvSpPr/>
          <p:nvPr/>
        </p:nvSpPr>
        <p:spPr>
          <a:xfrm rot="5400000">
            <a:off x="1548331" y="4935712"/>
            <a:ext cx="283335" cy="5215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ABD6E1A1-F36C-4E57-C7EB-839928BAF7A9}"/>
              </a:ext>
            </a:extLst>
          </p:cNvPr>
          <p:cNvSpPr txBox="1"/>
          <p:nvPr/>
        </p:nvSpPr>
        <p:spPr>
          <a:xfrm>
            <a:off x="5979894" y="1440150"/>
            <a:ext cx="579479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Idea: Droplet moves due temperature difference in the simulation </a:t>
            </a:r>
            <a:r>
              <a:rPr lang="en-US" dirty="0" err="1"/>
              <a:t>szenario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148C3B1-F385-8764-C3FF-1EFAB637C7D5}"/>
              </a:ext>
            </a:extLst>
          </p:cNvPr>
          <p:cNvSpPr txBox="1"/>
          <p:nvPr/>
        </p:nvSpPr>
        <p:spPr>
          <a:xfrm>
            <a:off x="6011471" y="2226611"/>
            <a:ext cx="4133952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 prescribed temperature gradient</a:t>
            </a:r>
          </a:p>
          <a:p>
            <a:r>
              <a:rPr lang="en-US" sz="1400"/>
              <a:t>Scenario: available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47430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1.11111E-6 L -0.03398 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604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1" dur="604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604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3.33333E-6 L -2.70833E-6 0.10417 " pathEditMode="relative" rAng="0" ptsTypes="AA">
                                      <p:cBhvr>
                                        <p:cTn id="25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4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video>
              <p:cMediaNode vol="80000">
                <p:cTn id="45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46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  <p:bldLst>
      <p:bldP spid="17" grpId="0"/>
      <p:bldP spid="18" grpId="0" animBg="1"/>
      <p:bldP spid="20" grpId="0" animBg="1"/>
      <p:bldP spid="20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1B3C-9D13-7F4D-5C58-12C7E3D6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A2789D-0F32-4BCE-3B66-4437E7C52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Moving Droplet 2D on Wall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06CF906-024C-76C3-1E3B-D17253C6AF30}"/>
              </a:ext>
            </a:extLst>
          </p:cNvPr>
          <p:cNvSpPr txBox="1"/>
          <p:nvPr/>
        </p:nvSpPr>
        <p:spPr>
          <a:xfrm>
            <a:off x="1374646" y="2530578"/>
            <a:ext cx="798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liquid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23ECA4-7451-D098-9406-B2CAE0FE8B43}"/>
              </a:ext>
            </a:extLst>
          </p:cNvPr>
          <p:cNvSpPr txBox="1"/>
          <p:nvPr/>
        </p:nvSpPr>
        <p:spPr>
          <a:xfrm>
            <a:off x="5979894" y="1440150"/>
            <a:ext cx="579479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Idea: Droplet moves due temperature difference on wall.</a:t>
            </a:r>
          </a:p>
          <a:p>
            <a:endParaRPr lang="en-US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F49F700-32DB-0F81-39AC-8FE023251362}"/>
              </a:ext>
            </a:extLst>
          </p:cNvPr>
          <p:cNvSpPr txBox="1"/>
          <p:nvPr/>
        </p:nvSpPr>
        <p:spPr>
          <a:xfrm>
            <a:off x="6011471" y="2226611"/>
            <a:ext cx="5821722" cy="1384995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 dirty="0"/>
              <a:t>Thermal: constant prescribed temperature gradient </a:t>
            </a:r>
            <a:br>
              <a:rPr lang="en-US" sz="1400" dirty="0"/>
            </a:br>
            <a:r>
              <a:rPr lang="en-US" sz="1400"/>
              <a:t>    (or spatially prescribed contact angles at constant temperature)</a:t>
            </a:r>
          </a:p>
          <a:p>
            <a:r>
              <a:rPr lang="en-US" sz="1400"/>
              <a:t>Scenario: moderate adaptation of existing scenarios</a:t>
            </a:r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3BD244-5394-B1E6-9768-D481EFE95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357" y="1514701"/>
            <a:ext cx="4953000" cy="202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978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3.33333E-6 L -2.70833E-6 0.10417 " pathEditMode="relative" rAng="0" ptsTypes="AA">
                                      <p:cBhvr>
                                        <p:cTn id="6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6294B4-AD9A-C1CC-99EB-F360867C9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Viscous Fingering + Hele-Shaw </a:t>
            </a:r>
            <a:r>
              <a:rPr lang="en-US" dirty="0"/>
              <a:t>systems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F3E462-5B5B-17CC-F119-DC4F179417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784" y="1566333"/>
            <a:ext cx="4046295" cy="314711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08DEC33-5282-A8AC-B344-0D3BE4D0A8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4495" y="1521995"/>
            <a:ext cx="1651356" cy="28153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29BE400-79BB-6441-D564-BDF3A36CC84F}"/>
              </a:ext>
            </a:extLst>
          </p:cNvPr>
          <p:cNvSpPr txBox="1"/>
          <p:nvPr/>
        </p:nvSpPr>
        <p:spPr>
          <a:xfrm>
            <a:off x="6775477" y="1521995"/>
            <a:ext cx="4203971" cy="1384995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/>
              <a:t>Substance: two fluids with different viscosity</a:t>
            </a:r>
            <a:endParaRPr lang="en-US" sz="1400" dirty="0"/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/>
              <a:t>Aggregate: liquid + gas</a:t>
            </a:r>
          </a:p>
          <a:p>
            <a:r>
              <a:rPr lang="en-US" sz="1400"/>
              <a:t>Thermal: constant, homogeneous temperature field</a:t>
            </a:r>
          </a:p>
          <a:p>
            <a:r>
              <a:rPr lang="en-US" sz="1400" dirty="0"/>
              <a:t>Scenario: </a:t>
            </a:r>
            <a:r>
              <a:rPr lang="en-US" sz="1400"/>
              <a:t>moderate</a:t>
            </a:r>
            <a:r>
              <a:rPr lang="en-US" sz="1400" dirty="0"/>
              <a:t> adaptation of existing scenarios</a:t>
            </a:r>
          </a:p>
          <a:p>
            <a:endParaRPr lang="en-US" sz="1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57942E-E45E-C563-29DF-2E966878F0F3}"/>
              </a:ext>
            </a:extLst>
          </p:cNvPr>
          <p:cNvSpPr txBox="1"/>
          <p:nvPr/>
        </p:nvSpPr>
        <p:spPr>
          <a:xfrm>
            <a:off x="6376192" y="4151081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9" name="Textfeld 9">
            <a:extLst>
              <a:ext uri="{FF2B5EF4-FFF2-40B4-BE49-F238E27FC236}">
                <a16:creationId xmlns:a16="http://schemas.microsoft.com/office/drawing/2014/main" id="{28032B88-8E29-EED4-362E-11B89054A5FF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https://www.worldscientific.com/doi/abs/10.1142/S0217979203017023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eta_5_rho_0.6_G12_0.5">
            <a:hlinkClick r:id="" action="ppaction://media"/>
            <a:extLst>
              <a:ext uri="{FF2B5EF4-FFF2-40B4-BE49-F238E27FC236}">
                <a16:creationId xmlns:a16="http://schemas.microsoft.com/office/drawing/2014/main" id="{624BB835-F269-B6A8-9756-0C184A96D5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rcRect t="28524" b="35768"/>
          <a:stretch/>
        </p:blipFill>
        <p:spPr>
          <a:xfrm>
            <a:off x="7015103" y="5377434"/>
            <a:ext cx="4203971" cy="1480566"/>
          </a:xfrm>
          <a:prstGeom prst="rect">
            <a:avLst/>
          </a:prstGeom>
        </p:spPr>
      </p:pic>
      <p:pic>
        <p:nvPicPr>
          <p:cNvPr id="16" name="eta_1.2_rho_0.6_G12_0.5">
            <a:hlinkClick r:id="" action="ppaction://media"/>
            <a:extLst>
              <a:ext uri="{FF2B5EF4-FFF2-40B4-BE49-F238E27FC236}">
                <a16:creationId xmlns:a16="http://schemas.microsoft.com/office/drawing/2014/main" id="{94DE8045-EAF4-0AF6-B80B-F75872DFC02F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rcRect t="27987" b="36175"/>
          <a:stretch/>
        </p:blipFill>
        <p:spPr>
          <a:xfrm>
            <a:off x="7015103" y="4036547"/>
            <a:ext cx="4203971" cy="1485978"/>
          </a:xfrm>
          <a:prstGeom prst="rect">
            <a:avLst/>
          </a:prstGeom>
        </p:spPr>
      </p:pic>
      <p:pic>
        <p:nvPicPr>
          <p:cNvPr id="17" name="eta_1.2_rho_0.9_G12_0.5">
            <a:hlinkClick r:id="" action="ppaction://media"/>
            <a:extLst>
              <a:ext uri="{FF2B5EF4-FFF2-40B4-BE49-F238E27FC236}">
                <a16:creationId xmlns:a16="http://schemas.microsoft.com/office/drawing/2014/main" id="{07B1B7E4-264C-E809-8326-35AE04EED3AA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rcRect t="27579" b="36713"/>
          <a:stretch/>
        </p:blipFill>
        <p:spPr>
          <a:xfrm>
            <a:off x="7015103" y="2658953"/>
            <a:ext cx="4203971" cy="148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156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66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8066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8066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8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BD9C82-9652-91F6-353B-96895B9B0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Bubble Detachment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AACA275-FD9A-DCC8-1F9A-4DA88975F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10" y="1639115"/>
            <a:ext cx="3218102" cy="211391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6856CD6-FAE8-FC7B-06B6-5ED5E6132866}"/>
              </a:ext>
            </a:extLst>
          </p:cNvPr>
          <p:cNvSpPr txBox="1"/>
          <p:nvPr/>
        </p:nvSpPr>
        <p:spPr>
          <a:xfrm>
            <a:off x="751973" y="1798908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6" name="Textfeld 9">
            <a:extLst>
              <a:ext uri="{FF2B5EF4-FFF2-40B4-BE49-F238E27FC236}">
                <a16:creationId xmlns:a16="http://schemas.microsoft.com/office/drawing/2014/main" id="{B7097DC9-A916-E8A9-F2A6-A520B1F00F5A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http://arxiv.org/abs/2205.00686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.		[2] https://www.mdpi.com/2311-5521/10/4/90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24C5B3B-DD69-02B5-AD93-8113DDCEC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0075" y="1565909"/>
            <a:ext cx="2239102" cy="2777348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4C7DD57-7833-F985-C01C-C39AD3CA450A}"/>
              </a:ext>
            </a:extLst>
          </p:cNvPr>
          <p:cNvSpPr txBox="1"/>
          <p:nvPr/>
        </p:nvSpPr>
        <p:spPr>
          <a:xfrm>
            <a:off x="4123061" y="4378639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[2]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486997B-6EA1-D38B-E7FC-39CA133A26E4}"/>
              </a:ext>
            </a:extLst>
          </p:cNvPr>
          <p:cNvSpPr txBox="1"/>
          <p:nvPr/>
        </p:nvSpPr>
        <p:spPr>
          <a:xfrm>
            <a:off x="7142439" y="1585812"/>
            <a:ext cx="4133952" cy="116955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dirty="0"/>
              <a:t>Substance: test fluid + real fluid</a:t>
            </a:r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 dirty="0"/>
              <a:t>Aggregate: liquid + gas</a:t>
            </a:r>
          </a:p>
          <a:p>
            <a:r>
              <a:rPr lang="en-US" sz="1400"/>
              <a:t>Thermal: constant prescribed temperature gradient</a:t>
            </a:r>
            <a:endParaRPr lang="en-US"/>
          </a:p>
          <a:p>
            <a:r>
              <a:rPr lang="en-US" sz="1400"/>
              <a:t>Scenario: larger adaptation of existing scenarios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002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7AD6E9-94C5-49D9-8212-8A9366E4E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Two-Phase Flow in </a:t>
            </a:r>
            <a:r>
              <a:rPr lang="en-US" dirty="0"/>
              <a:t>Porous Medium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34340C3-8DE5-1D84-3E55-C9BED440B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09" y="1690688"/>
            <a:ext cx="3315660" cy="270572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9B65FC-77A2-126D-2A18-C3B788BB0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901" y="1784234"/>
            <a:ext cx="2778199" cy="203161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BAE5978-96CE-C135-05FC-043036D21579}"/>
              </a:ext>
            </a:extLst>
          </p:cNvPr>
          <p:cNvSpPr txBox="1"/>
          <p:nvPr/>
        </p:nvSpPr>
        <p:spPr>
          <a:xfrm>
            <a:off x="3736901" y="4160446"/>
            <a:ext cx="319318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/>
              <a:t>[1]</a:t>
            </a:r>
          </a:p>
        </p:txBody>
      </p:sp>
      <p:sp>
        <p:nvSpPr>
          <p:cNvPr id="8" name="Textfeld 9">
            <a:extLst>
              <a:ext uri="{FF2B5EF4-FFF2-40B4-BE49-F238E27FC236}">
                <a16:creationId xmlns:a16="http://schemas.microsoft.com/office/drawing/2014/main" id="{1D470221-8597-6810-62FA-68250D730B3F}"/>
              </a:ext>
            </a:extLst>
          </p:cNvPr>
          <p:cNvSpPr txBox="1"/>
          <p:nvPr/>
        </p:nvSpPr>
        <p:spPr>
          <a:xfrm>
            <a:off x="640680" y="6492875"/>
            <a:ext cx="109925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dirty="0"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https://www.hindawi.com/journals/geofluids/2021/5668743/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		[2] https://linkinghub.elsevier.com/retrieve/pii/S0898122109006427</a:t>
            </a:r>
            <a:endParaRPr lang="de-DE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0E8A9D8-3173-1722-E97A-C5042370BA4C}"/>
              </a:ext>
            </a:extLst>
          </p:cNvPr>
          <p:cNvSpPr txBox="1"/>
          <p:nvPr/>
        </p:nvSpPr>
        <p:spPr>
          <a:xfrm>
            <a:off x="6775477" y="1521995"/>
            <a:ext cx="5128559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/>
              <a:t>Substance: two fluids (with at high density/ viscosity ratio)</a:t>
            </a:r>
            <a:endParaRPr lang="en-US" sz="1400" dirty="0"/>
          </a:p>
          <a:p>
            <a:r>
              <a:rPr lang="en-US" sz="1400" dirty="0"/>
              <a:t>EOS: </a:t>
            </a:r>
            <a:r>
              <a:rPr lang="en-US" sz="1400" dirty="0" err="1"/>
              <a:t>VdW</a:t>
            </a:r>
            <a:r>
              <a:rPr lang="en-US" sz="1400" dirty="0"/>
              <a:t> + PC-SAFT </a:t>
            </a:r>
            <a:endParaRPr lang="en-US" sz="1400" baseline="30000" dirty="0"/>
          </a:p>
          <a:p>
            <a:r>
              <a:rPr lang="en-US" sz="1400"/>
              <a:t>Aggregate: liquid + gas</a:t>
            </a:r>
          </a:p>
          <a:p>
            <a:r>
              <a:rPr lang="en-US" sz="1400" dirty="0"/>
              <a:t>Thermal: constant, homogeneous temperature field or constant tem</a:t>
            </a:r>
            <a:r>
              <a:rPr lang="en-US" sz="1400"/>
              <a:t>perature gradient</a:t>
            </a:r>
          </a:p>
          <a:p>
            <a:r>
              <a:rPr lang="en-US" sz="1400" dirty="0"/>
              <a:t>Scenario: moderate-to-large adaptation of existing scenarios, e.g. incl. porous medium (artificial geometry or realistic rock geometries)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2CB468-2315-AFD5-48C5-C79ACA048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623" y="4537383"/>
            <a:ext cx="1521298" cy="1769335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FC6F631C-E5BB-E801-64A4-FC4CBDD96A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7755" y="4489954"/>
            <a:ext cx="1721132" cy="1909551"/>
          </a:xfrm>
          <a:prstGeom prst="rect">
            <a:avLst/>
          </a:prstGeom>
        </p:spPr>
      </p:pic>
      <p:pic>
        <p:nvPicPr>
          <p:cNvPr id="5" name="Grafik 3" descr="A diagram of different types of dots&#10;&#10;AI-generated content may be incorrect.">
            <a:extLst>
              <a:ext uri="{FF2B5EF4-FFF2-40B4-BE49-F238E27FC236}">
                <a16:creationId xmlns:a16="http://schemas.microsoft.com/office/drawing/2014/main" id="{5548D433-ABE1-DE9D-DF70-89357D4885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7115" y="4709659"/>
            <a:ext cx="7497297" cy="14766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3DBDD-122D-CEDD-C5FE-B94D6F607F32}"/>
              </a:ext>
            </a:extLst>
          </p:cNvPr>
          <p:cNvSpPr txBox="1"/>
          <p:nvPr/>
        </p:nvSpPr>
        <p:spPr>
          <a:xfrm>
            <a:off x="8759372" y="6491515"/>
            <a:ext cx="6096000" cy="5078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900">
                <a:solidFill>
                  <a:srgbClr val="000000"/>
                </a:solidFill>
                <a:latin typeface="Arial"/>
              </a:rPr>
              <a:t>[3]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Arial"/>
              </a:rPr>
              <a:t> https://linkinghub.elsevier.com/retrieve/pii/S0009250924004408</a:t>
            </a:r>
            <a:r>
              <a:rPr sz="9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dirty="0"/>
          </a:p>
          <a:p>
            <a:pPr algn="ctr"/>
            <a:endParaRPr lang="en-US"/>
          </a:p>
        </p:txBody>
      </p:sp>
      <p:sp>
        <p:nvSpPr>
          <p:cNvPr id="12" name="Textfeld 6">
            <a:extLst>
              <a:ext uri="{FF2B5EF4-FFF2-40B4-BE49-F238E27FC236}">
                <a16:creationId xmlns:a16="http://schemas.microsoft.com/office/drawing/2014/main" id="{CB05F06D-F898-4AB4-88A1-4BD91F45F8E8}"/>
              </a:ext>
            </a:extLst>
          </p:cNvPr>
          <p:cNvSpPr txBox="1"/>
          <p:nvPr/>
        </p:nvSpPr>
        <p:spPr>
          <a:xfrm>
            <a:off x="11581872" y="5945702"/>
            <a:ext cx="319318" cy="23596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baseline="30000"/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611534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</Words>
  <Application>Microsoft Office PowerPoint</Application>
  <PresentationFormat>Breitbild</PresentationFormat>
  <Paragraphs>88</Paragraphs>
  <Slides>12</Slides>
  <Notes>0</Notes>
  <HiddenSlides>0</HiddenSlides>
  <MMClips>6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MicTherm – LBM Coupling Idea</vt:lpstr>
      <vt:lpstr>Basics</vt:lpstr>
      <vt:lpstr>Thermodynamic Consistency</vt:lpstr>
      <vt:lpstr>Phase Separation Process </vt:lpstr>
      <vt:lpstr>Single Cavitating Bubble under Poiseuille Flow</vt:lpstr>
      <vt:lpstr>Rising Bubble</vt:lpstr>
      <vt:lpstr>Droplet Collision</vt:lpstr>
      <vt:lpstr>Moving Droplet 2D in Fluid</vt:lpstr>
      <vt:lpstr>Moving Droplet 2D on Wall</vt:lpstr>
      <vt:lpstr>Viscous Fingering + Hele-Shaw systems </vt:lpstr>
      <vt:lpstr>Bubble Detachment </vt:lpstr>
      <vt:lpstr>Two-Phase Flow in Porous Medium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Xueqi</dc:creator>
  <cp:lastModifiedBy>Zhang, Xueqi</cp:lastModifiedBy>
  <cp:revision>162</cp:revision>
  <dcterms:created xsi:type="dcterms:W3CDTF">2026-07-02T09:48:08Z</dcterms:created>
  <dcterms:modified xsi:type="dcterms:W3CDTF">2026-07-07T23:11:22Z</dcterms:modified>
</cp:coreProperties>
</file>