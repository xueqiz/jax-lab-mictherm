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67" r:id="rId5"/>
    <p:sldId id="263" r:id="rId6"/>
    <p:sldId id="264" r:id="rId7"/>
    <p:sldId id="269" r:id="rId8"/>
    <p:sldId id="270" r:id="rId9"/>
    <p:sldId id="259" r:id="rId10"/>
    <p:sldId id="268" r:id="rId11"/>
    <p:sldId id="260" r:id="rId12"/>
    <p:sldId id="261" r:id="rId13"/>
    <p:sldId id="262" r:id="rId14"/>
    <p:sldId id="27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E297F-FF5F-8DDF-F02E-577664C964A8}" v="46" dt="2026-07-14T09:37:31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9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qi Zhang" userId="S::xueqi@sdu.dk::bbb829cd-fd17-4368-b1a7-a82e72d42811" providerId="AD" clId="Web-{0F079CCD-53A1-C1C8-F292-ACF13681CFB4}"/>
    <pc:docChg chg="modSld">
      <pc:chgData name="Xueqi Zhang" userId="S::xueqi@sdu.dk::bbb829cd-fd17-4368-b1a7-a82e72d42811" providerId="AD" clId="Web-{0F079CCD-53A1-C1C8-F292-ACF13681CFB4}" dt="2026-07-07T22:38:55.847" v="3"/>
      <pc:docMkLst>
        <pc:docMk/>
      </pc:docMkLst>
      <pc:sldChg chg="addSp delSp modSp addAnim delAnim">
        <pc:chgData name="Xueqi Zhang" userId="S::xueqi@sdu.dk::bbb829cd-fd17-4368-b1a7-a82e72d42811" providerId="AD" clId="Web-{0F079CCD-53A1-C1C8-F292-ACF13681CFB4}" dt="2026-07-07T22:38:55.847" v="3"/>
        <pc:sldMkLst>
          <pc:docMk/>
          <pc:sldMk cId="949156615" sldId="260"/>
        </pc:sldMkLst>
      </pc:sldChg>
    </pc:docChg>
  </pc:docChgLst>
  <pc:docChgLst>
    <pc:chgData name="Martin Lautenschläger" userId="S::mlaut@sdu.dk::8dcc64af-d7fc-4e29-96ab-0157138e4ca1" providerId="AD" clId="Web-{CCAE7D1D-DF55-B0D5-81C5-C52E6E2A033D}"/>
    <pc:docChg chg="addSld modSld">
      <pc:chgData name="Martin Lautenschläger" userId="S::mlaut@sdu.dk::8dcc64af-d7fc-4e29-96ab-0157138e4ca1" providerId="AD" clId="Web-{CCAE7D1D-DF55-B0D5-81C5-C52E6E2A033D}" dt="2026-07-08T13:31:52.314" v="21"/>
      <pc:docMkLst>
        <pc:docMk/>
      </pc:docMkLst>
      <pc:sldChg chg="modSp">
        <pc:chgData name="Martin Lautenschläger" userId="S::mlaut@sdu.dk::8dcc64af-d7fc-4e29-96ab-0157138e4ca1" providerId="AD" clId="Web-{CCAE7D1D-DF55-B0D5-81C5-C52E6E2A033D}" dt="2026-07-08T13:18:59.438" v="5" actId="20577"/>
        <pc:sldMkLst>
          <pc:docMk/>
          <pc:sldMk cId="947430383" sldId="259"/>
        </pc:sldMkLst>
        <pc:spChg chg="mod">
          <ac:chgData name="Martin Lautenschläger" userId="S::mlaut@sdu.dk::8dcc64af-d7fc-4e29-96ab-0157138e4ca1" providerId="AD" clId="Web-{CCAE7D1D-DF55-B0D5-81C5-C52E6E2A033D}" dt="2026-07-08T13:18:59.438" v="5" actId="20577"/>
          <ac:spMkLst>
            <pc:docMk/>
            <pc:sldMk cId="947430383" sldId="259"/>
            <ac:spMk id="2" creationId="{606677EB-976D-BD09-136E-CB0748BDACEE}"/>
          </ac:spMkLst>
        </pc:spChg>
      </pc:sldChg>
      <pc:sldChg chg="modSp">
        <pc:chgData name="Martin Lautenschläger" userId="S::mlaut@sdu.dk::8dcc64af-d7fc-4e29-96ab-0157138e4ca1" providerId="AD" clId="Web-{CCAE7D1D-DF55-B0D5-81C5-C52E6E2A033D}" dt="2026-07-08T13:18:38.953" v="1" actId="20577"/>
        <pc:sldMkLst>
          <pc:docMk/>
          <pc:sldMk cId="2010433490" sldId="269"/>
        </pc:sldMkLst>
        <pc:spChg chg="mod">
          <ac:chgData name="Martin Lautenschläger" userId="S::mlaut@sdu.dk::8dcc64af-d7fc-4e29-96ab-0157138e4ca1" providerId="AD" clId="Web-{CCAE7D1D-DF55-B0D5-81C5-C52E6E2A033D}" dt="2026-07-08T13:18:38.953" v="1" actId="20577"/>
          <ac:spMkLst>
            <pc:docMk/>
            <pc:sldMk cId="2010433490" sldId="269"/>
            <ac:spMk id="2" creationId="{8CF6DE7C-8970-BC66-2166-847EDC146D91}"/>
          </ac:spMkLst>
        </pc:spChg>
      </pc:sldChg>
      <pc:sldChg chg="modSp">
        <pc:chgData name="Martin Lautenschläger" userId="S::mlaut@sdu.dk::8dcc64af-d7fc-4e29-96ab-0157138e4ca1" providerId="AD" clId="Web-{CCAE7D1D-DF55-B0D5-81C5-C52E6E2A033D}" dt="2026-07-08T13:18:41.907" v="3" actId="20577"/>
        <pc:sldMkLst>
          <pc:docMk/>
          <pc:sldMk cId="390035017" sldId="270"/>
        </pc:sldMkLst>
        <pc:spChg chg="mod">
          <ac:chgData name="Martin Lautenschläger" userId="S::mlaut@sdu.dk::8dcc64af-d7fc-4e29-96ab-0157138e4ca1" providerId="AD" clId="Web-{CCAE7D1D-DF55-B0D5-81C5-C52E6E2A033D}" dt="2026-07-08T13:18:41.907" v="3" actId="20577"/>
          <ac:spMkLst>
            <pc:docMk/>
            <pc:sldMk cId="390035017" sldId="270"/>
            <ac:spMk id="2" creationId="{02C4E2A6-F64C-8445-6378-971B27A6C53B}"/>
          </ac:spMkLst>
        </pc:spChg>
      </pc:sldChg>
      <pc:sldChg chg="delSp modSp add replId">
        <pc:chgData name="Martin Lautenschläger" userId="S::mlaut@sdu.dk::8dcc64af-d7fc-4e29-96ab-0157138e4ca1" providerId="AD" clId="Web-{CCAE7D1D-DF55-B0D5-81C5-C52E6E2A033D}" dt="2026-07-08T13:31:52.314" v="21"/>
        <pc:sldMkLst>
          <pc:docMk/>
          <pc:sldMk cId="3878178725" sldId="271"/>
        </pc:sldMkLst>
        <pc:spChg chg="mod">
          <ac:chgData name="Martin Lautenschläger" userId="S::mlaut@sdu.dk::8dcc64af-d7fc-4e29-96ab-0157138e4ca1" providerId="AD" clId="Web-{CCAE7D1D-DF55-B0D5-81C5-C52E6E2A033D}" dt="2026-07-08T13:31:26.500" v="9" actId="20577"/>
          <ac:spMkLst>
            <pc:docMk/>
            <pc:sldMk cId="3878178725" sldId="271"/>
            <ac:spMk id="2" creationId="{452593FA-8D0E-408F-6FF3-CCF28D3B37CA}"/>
          </ac:spMkLst>
        </pc:spChg>
      </pc:sldChg>
    </pc:docChg>
  </pc:docChgLst>
  <pc:docChgLst>
    <pc:chgData name="Martin Lautenschläger" userId="S::mlaut@sdu.dk::8dcc64af-d7fc-4e29-96ab-0157138e4ca1" providerId="AD" clId="Web-{669E297F-FF5F-8DDF-F02E-577664C964A8}"/>
    <pc:docChg chg="modSld">
      <pc:chgData name="Martin Lautenschläger" userId="S::mlaut@sdu.dk::8dcc64af-d7fc-4e29-96ab-0157138e4ca1" providerId="AD" clId="Web-{669E297F-FF5F-8DDF-F02E-577664C964A8}" dt="2026-07-14T09:37:31.255" v="45"/>
      <pc:docMkLst>
        <pc:docMk/>
      </pc:docMkLst>
      <pc:sldChg chg="addSp modSp">
        <pc:chgData name="Martin Lautenschläger" userId="S::mlaut@sdu.dk::8dcc64af-d7fc-4e29-96ab-0157138e4ca1" providerId="AD" clId="Web-{669E297F-FF5F-8DDF-F02E-577664C964A8}" dt="2026-07-14T09:37:31.255" v="45"/>
        <pc:sldMkLst>
          <pc:docMk/>
          <pc:sldMk cId="949156615" sldId="260"/>
        </pc:sldMkLst>
        <pc:inkChg chg="add">
          <ac:chgData name="Martin Lautenschläger" userId="S::mlaut@sdu.dk::8dcc64af-d7fc-4e29-96ab-0157138e4ca1" providerId="AD" clId="Web-{669E297F-FF5F-8DDF-F02E-577664C964A8}" dt="2026-07-14T09:32:17.796" v="8"/>
          <ac:inkMkLst>
            <pc:docMk/>
            <pc:sldMk cId="949156615" sldId="260"/>
            <ac:inkMk id="12" creationId="{155CAAD3-7E62-2401-A943-B06CCE8F684E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21.078" v="9"/>
          <ac:inkMkLst>
            <pc:docMk/>
            <pc:sldMk cId="949156615" sldId="260"/>
            <ac:inkMk id="14" creationId="{0D13E62C-7316-FAB5-E471-598AAAB6C06B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22.969" v="10"/>
          <ac:inkMkLst>
            <pc:docMk/>
            <pc:sldMk cId="949156615" sldId="260"/>
            <ac:inkMk id="15" creationId="{22EB67C6-11E2-8D68-ADDD-A1FC28E43545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24.453" v="11"/>
          <ac:inkMkLst>
            <pc:docMk/>
            <pc:sldMk cId="949156615" sldId="260"/>
            <ac:inkMk id="16" creationId="{6449207D-C771-47A5-DFD0-30A05A392F5D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25.781" v="12"/>
          <ac:inkMkLst>
            <pc:docMk/>
            <pc:sldMk cId="949156615" sldId="260"/>
            <ac:inkMk id="18" creationId="{23E32A90-916E-666C-3BE4-30CC9D246438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2.610" v="13"/>
          <ac:inkMkLst>
            <pc:docMk/>
            <pc:sldMk cId="949156615" sldId="260"/>
            <ac:inkMk id="19" creationId="{E1E7893A-F3FA-AC72-E651-732A2867D5A1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3.469" v="14"/>
          <ac:inkMkLst>
            <pc:docMk/>
            <pc:sldMk cId="949156615" sldId="260"/>
            <ac:inkMk id="20" creationId="{2AEEF6F9-8345-067E-6885-5DCF5EEF16FB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3.923" v="15"/>
          <ac:inkMkLst>
            <pc:docMk/>
            <pc:sldMk cId="949156615" sldId="260"/>
            <ac:inkMk id="21" creationId="{3C843DDB-9759-3E69-DE36-7AB51F8F378E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4.626" v="16"/>
          <ac:inkMkLst>
            <pc:docMk/>
            <pc:sldMk cId="949156615" sldId="260"/>
            <ac:inkMk id="22" creationId="{0741473E-A8CC-D3CC-B1C5-D90074CEC24C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4.641" v="17"/>
          <ac:inkMkLst>
            <pc:docMk/>
            <pc:sldMk cId="949156615" sldId="260"/>
            <ac:inkMk id="23" creationId="{68FB61DB-1926-D82D-1850-EC9EC6D65AED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5.016" v="18"/>
          <ac:inkMkLst>
            <pc:docMk/>
            <pc:sldMk cId="949156615" sldId="260"/>
            <ac:inkMk id="24" creationId="{24DB5F24-4A9A-40EC-C611-B01FB76F24F2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5.501" v="19"/>
          <ac:inkMkLst>
            <pc:docMk/>
            <pc:sldMk cId="949156615" sldId="260"/>
            <ac:inkMk id="25" creationId="{737E9646-2C30-3A55-0E3E-BE92EE445B10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6.063" v="20"/>
          <ac:inkMkLst>
            <pc:docMk/>
            <pc:sldMk cId="949156615" sldId="260"/>
            <ac:inkMk id="26" creationId="{7B62B4AA-E5BB-01A7-1F97-1111DBD0AFA9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6.063" v="21"/>
          <ac:inkMkLst>
            <pc:docMk/>
            <pc:sldMk cId="949156615" sldId="260"/>
            <ac:inkMk id="27" creationId="{F15EEA00-7BA5-4A99-9771-31F093749941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220" v="22"/>
          <ac:inkMkLst>
            <pc:docMk/>
            <pc:sldMk cId="949156615" sldId="260"/>
            <ac:inkMk id="28" creationId="{C9622C90-FF1B-21E8-B3AD-1F1548CB983A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235" v="23"/>
          <ac:inkMkLst>
            <pc:docMk/>
            <pc:sldMk cId="949156615" sldId="260"/>
            <ac:inkMk id="29" creationId="{A8E089E7-027C-BA09-4A28-3050241D8650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235" v="24"/>
          <ac:inkMkLst>
            <pc:docMk/>
            <pc:sldMk cId="949156615" sldId="260"/>
            <ac:inkMk id="30" creationId="{BACDDFB7-FFF2-1218-597E-B863AFFA460C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235" v="25"/>
          <ac:inkMkLst>
            <pc:docMk/>
            <pc:sldMk cId="949156615" sldId="260"/>
            <ac:inkMk id="31" creationId="{9E40EFCB-2DD2-3164-9950-3B7925BC169F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251" v="26"/>
          <ac:inkMkLst>
            <pc:docMk/>
            <pc:sldMk cId="949156615" sldId="260"/>
            <ac:inkMk id="32" creationId="{82B76CFC-A255-4F04-115B-A8D613F08FAD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7.673" v="27"/>
          <ac:inkMkLst>
            <pc:docMk/>
            <pc:sldMk cId="949156615" sldId="260"/>
            <ac:inkMk id="33" creationId="{D09EBE7F-8903-2D69-EF54-3D8853C33ABE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39.720" v="28"/>
          <ac:inkMkLst>
            <pc:docMk/>
            <pc:sldMk cId="949156615" sldId="260"/>
            <ac:inkMk id="34" creationId="{373B79D1-90FF-E5C3-C8C0-C2AC8C419D25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45.142" v="29"/>
          <ac:inkMkLst>
            <pc:docMk/>
            <pc:sldMk cId="949156615" sldId="260"/>
            <ac:inkMk id="35" creationId="{77E05B13-0C56-3ED5-48EB-68CDB0CE6690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2:54.893" v="30"/>
          <ac:inkMkLst>
            <pc:docMk/>
            <pc:sldMk cId="949156615" sldId="260"/>
            <ac:inkMk id="36" creationId="{827A4C77-0849-AA57-611C-D666FD990B67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6:54.362" v="35"/>
          <ac:inkMkLst>
            <pc:docMk/>
            <pc:sldMk cId="949156615" sldId="260"/>
            <ac:inkMk id="37" creationId="{1FDAEAD7-8420-EC4A-FB54-A10A8220DF21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6:55.534" v="36"/>
          <ac:inkMkLst>
            <pc:docMk/>
            <pc:sldMk cId="949156615" sldId="260"/>
            <ac:inkMk id="38" creationId="{613B5ACB-5582-9875-F4D9-F23EFD651360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6:56.769" v="37"/>
          <ac:inkMkLst>
            <pc:docMk/>
            <pc:sldMk cId="949156615" sldId="260"/>
            <ac:inkMk id="39" creationId="{094E0B8D-00F9-B772-ACDD-1D60A6E4D3E4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07.191" v="38"/>
          <ac:inkMkLst>
            <pc:docMk/>
            <pc:sldMk cId="949156615" sldId="260"/>
            <ac:inkMk id="40" creationId="{275D7628-56E1-9F1F-9BAC-49C4BA98BF08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07.207" v="39"/>
          <ac:inkMkLst>
            <pc:docMk/>
            <pc:sldMk cId="949156615" sldId="260"/>
            <ac:inkMk id="41" creationId="{3DCC4E1A-4342-BD92-2715-353A7126DB64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11.301" v="40"/>
          <ac:inkMkLst>
            <pc:docMk/>
            <pc:sldMk cId="949156615" sldId="260"/>
            <ac:inkMk id="42" creationId="{EB32F0E5-8ACA-12ED-E215-DE5E5362DD2A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12.098" v="41"/>
          <ac:inkMkLst>
            <pc:docMk/>
            <pc:sldMk cId="949156615" sldId="260"/>
            <ac:inkMk id="43" creationId="{879BD8D5-3E1C-FBC7-20A6-181EC4155ECE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13.864" v="42"/>
          <ac:inkMkLst>
            <pc:docMk/>
            <pc:sldMk cId="949156615" sldId="260"/>
            <ac:inkMk id="44" creationId="{9055C7B6-0B33-BD0A-7F76-2099AA6A3E00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13.864" v="43"/>
          <ac:inkMkLst>
            <pc:docMk/>
            <pc:sldMk cId="949156615" sldId="260"/>
            <ac:inkMk id="45" creationId="{4C616498-0567-9ACB-9889-FA6F9E33B6CB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15.379" v="44"/>
          <ac:inkMkLst>
            <pc:docMk/>
            <pc:sldMk cId="949156615" sldId="260"/>
            <ac:inkMk id="46" creationId="{FAD47C98-3BEA-6E09-CC45-14E32C58E1E2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7:31.255" v="45"/>
          <ac:inkMkLst>
            <pc:docMk/>
            <pc:sldMk cId="949156615" sldId="260"/>
            <ac:inkMk id="47" creationId="{2D8E0B92-9B5A-0F6F-7170-206778FD9BAA}"/>
          </ac:inkMkLst>
        </pc:inkChg>
        <pc:cxnChg chg="add mod">
          <ac:chgData name="Martin Lautenschläger" userId="S::mlaut@sdu.dk::8dcc64af-d7fc-4e29-96ab-0157138e4ca1" providerId="AD" clId="Web-{669E297F-FF5F-8DDF-F02E-577664C964A8}" dt="2026-07-14T09:28:08.529" v="7" actId="14100"/>
          <ac:cxnSpMkLst>
            <pc:docMk/>
            <pc:sldMk cId="949156615" sldId="260"/>
            <ac:cxnSpMk id="10" creationId="{825DCB46-92BE-EF22-FB52-A4F30D30ED8F}"/>
          </ac:cxnSpMkLst>
        </pc:cxnChg>
      </pc:sldChg>
      <pc:sldChg chg="addSp modSp">
        <pc:chgData name="Martin Lautenschläger" userId="S::mlaut@sdu.dk::8dcc64af-d7fc-4e29-96ab-0157138e4ca1" providerId="AD" clId="Web-{669E297F-FF5F-8DDF-F02E-577664C964A8}" dt="2026-07-14T09:27:06.322" v="3" actId="688"/>
        <pc:sldMkLst>
          <pc:docMk/>
          <pc:sldMk cId="707362520" sldId="264"/>
        </pc:sldMkLst>
        <pc:picChg chg="mod">
          <ac:chgData name="Martin Lautenschläger" userId="S::mlaut@sdu.dk::8dcc64af-d7fc-4e29-96ab-0157138e4ca1" providerId="AD" clId="Web-{669E297F-FF5F-8DDF-F02E-577664C964A8}" dt="2026-07-14T09:27:06.322" v="3" actId="688"/>
          <ac:picMkLst>
            <pc:docMk/>
            <pc:sldMk cId="707362520" sldId="264"/>
            <ac:picMk id="4" creationId="{05EE474E-B38C-FA9E-CB51-7EB4D7D5DAD4}"/>
          </ac:picMkLst>
        </pc:picChg>
        <pc:cxnChg chg="add mod">
          <ac:chgData name="Martin Lautenschläger" userId="S::mlaut@sdu.dk::8dcc64af-d7fc-4e29-96ab-0157138e4ca1" providerId="AD" clId="Web-{669E297F-FF5F-8DDF-F02E-577664C964A8}" dt="2026-07-14T09:24:10.997" v="1" actId="1076"/>
          <ac:cxnSpMkLst>
            <pc:docMk/>
            <pc:sldMk cId="707362520" sldId="264"/>
            <ac:cxnSpMk id="3" creationId="{7A7B3DAE-26F0-30DB-248B-7A1BEA1885F1}"/>
          </ac:cxnSpMkLst>
        </pc:cxnChg>
      </pc:sldChg>
      <pc:sldChg chg="addSp">
        <pc:chgData name="Martin Lautenschläger" userId="S::mlaut@sdu.dk::8dcc64af-d7fc-4e29-96ab-0157138e4ca1" providerId="AD" clId="Web-{669E297F-FF5F-8DDF-F02E-577664C964A8}" dt="2026-07-14T09:35:46.029" v="34"/>
        <pc:sldMkLst>
          <pc:docMk/>
          <pc:sldMk cId="1477219187" sldId="267"/>
        </pc:sldMkLst>
        <pc:inkChg chg="add">
          <ac:chgData name="Martin Lautenschläger" userId="S::mlaut@sdu.dk::8dcc64af-d7fc-4e29-96ab-0157138e4ca1" providerId="AD" clId="Web-{669E297F-FF5F-8DDF-F02E-577664C964A8}" dt="2026-07-14T09:33:11.831" v="31"/>
          <ac:inkMkLst>
            <pc:docMk/>
            <pc:sldMk cId="1477219187" sldId="267"/>
            <ac:inkMk id="3" creationId="{E7E1D0AF-1456-04E8-3606-A585416B0E4F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3:13.628" v="32"/>
          <ac:inkMkLst>
            <pc:docMk/>
            <pc:sldMk cId="1477219187" sldId="267"/>
            <ac:inkMk id="10" creationId="{6487B0C8-5EAD-9535-2E0A-756DB12CA0FE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3:15.488" v="33"/>
          <ac:inkMkLst>
            <pc:docMk/>
            <pc:sldMk cId="1477219187" sldId="267"/>
            <ac:inkMk id="12" creationId="{BEE0572D-580D-F32A-10AB-7D2E3A95BB9A}"/>
          </ac:inkMkLst>
        </pc:inkChg>
        <pc:inkChg chg="add">
          <ac:chgData name="Martin Lautenschläger" userId="S::mlaut@sdu.dk::8dcc64af-d7fc-4e29-96ab-0157138e4ca1" providerId="AD" clId="Web-{669E297F-FF5F-8DDF-F02E-577664C964A8}" dt="2026-07-14T09:35:46.029" v="34"/>
          <ac:inkMkLst>
            <pc:docMk/>
            <pc:sldMk cId="1477219187" sldId="267"/>
            <ac:inkMk id="17" creationId="{EF7CA136-C9C9-FFF6-4653-8DCB9035862D}"/>
          </ac:inkMkLst>
        </pc:inkChg>
      </pc:sldChg>
    </pc:docChg>
  </pc:docChgLst>
  <pc:docChgLst>
    <pc:chgData name="Martin Lautenschläger" userId="S::mlaut@sdu.dk::8dcc64af-d7fc-4e29-96ab-0157138e4ca1" providerId="AD" clId="Web-{0ADBD608-8F68-36D4-72ED-CC9E2EC0B3B1}"/>
    <pc:docChg chg="addSld delSld modSld sldOrd">
      <pc:chgData name="Martin Lautenschläger" userId="S::mlaut@sdu.dk::8dcc64af-d7fc-4e29-96ab-0157138e4ca1" providerId="AD" clId="Web-{0ADBD608-8F68-36D4-72ED-CC9E2EC0B3B1}" dt="2026-07-06T11:12:56.365" v="543"/>
      <pc:docMkLst>
        <pc:docMk/>
      </pc:docMkLst>
      <pc:sldChg chg="addSp delSp modSp">
        <pc:chgData name="Martin Lautenschläger" userId="S::mlaut@sdu.dk::8dcc64af-d7fc-4e29-96ab-0157138e4ca1" providerId="AD" clId="Web-{0ADBD608-8F68-36D4-72ED-CC9E2EC0B3B1}" dt="2026-07-06T11:01:22.369" v="273" actId="14100"/>
        <pc:sldMkLst>
          <pc:docMk/>
          <pc:sldMk cId="2657679431" sldId="258"/>
        </pc:sldMkLst>
        <pc:spChg chg="mod">
          <ac:chgData name="Martin Lautenschläger" userId="S::mlaut@sdu.dk::8dcc64af-d7fc-4e29-96ab-0157138e4ca1" providerId="AD" clId="Web-{0ADBD608-8F68-36D4-72ED-CC9E2EC0B3B1}" dt="2026-07-06T10:47:27.163" v="8" actId="20577"/>
          <ac:spMkLst>
            <pc:docMk/>
            <pc:sldMk cId="2657679431" sldId="258"/>
            <ac:spMk id="2" creationId="{1C54047D-10CA-C2AA-EECE-37740E103612}"/>
          </ac:spMkLst>
        </pc:spChg>
        <pc:spChg chg="mod">
          <ac:chgData name="Martin Lautenschläger" userId="S::mlaut@sdu.dk::8dcc64af-d7fc-4e29-96ab-0157138e4ca1" providerId="AD" clId="Web-{0ADBD608-8F68-36D4-72ED-CC9E2EC0B3B1}" dt="2026-07-06T11:01:22.369" v="273" actId="14100"/>
          <ac:spMkLst>
            <pc:docMk/>
            <pc:sldMk cId="2657679431" sldId="258"/>
            <ac:spMk id="5" creationId="{94466B87-0C05-CD0E-3C58-272139B6A8F2}"/>
          </ac:spMkLst>
        </pc:spChg>
        <pc:spChg chg="add mod">
          <ac:chgData name="Martin Lautenschläger" userId="S::mlaut@sdu.dk::8dcc64af-d7fc-4e29-96ab-0157138e4ca1" providerId="AD" clId="Web-{0ADBD608-8F68-36D4-72ED-CC9E2EC0B3B1}" dt="2026-07-06T10:52:21.378" v="111" actId="1076"/>
          <ac:spMkLst>
            <pc:docMk/>
            <pc:sldMk cId="2657679431" sldId="258"/>
            <ac:spMk id="11" creationId="{A816D7BA-900F-7140-3FD0-578922DD9FA3}"/>
          </ac:spMkLst>
        </pc:spChg>
        <pc:spChg chg="add mod">
          <ac:chgData name="Martin Lautenschläger" userId="S::mlaut@sdu.dk::8dcc64af-d7fc-4e29-96ab-0157138e4ca1" providerId="AD" clId="Web-{0ADBD608-8F68-36D4-72ED-CC9E2EC0B3B1}" dt="2026-07-06T10:52:13.721" v="109" actId="1076"/>
          <ac:spMkLst>
            <pc:docMk/>
            <pc:sldMk cId="2657679431" sldId="258"/>
            <ac:spMk id="12" creationId="{77120929-9ED4-90F0-2C36-02386D609B71}"/>
          </ac:spMkLst>
        </pc:spChg>
        <pc:spChg chg="add mod">
          <ac:chgData name="Martin Lautenschläger" userId="S::mlaut@sdu.dk::8dcc64af-d7fc-4e29-96ab-0157138e4ca1" providerId="AD" clId="Web-{0ADBD608-8F68-36D4-72ED-CC9E2EC0B3B1}" dt="2026-07-06T10:52:35.738" v="118" actId="1076"/>
          <ac:spMkLst>
            <pc:docMk/>
            <pc:sldMk cId="2657679431" sldId="258"/>
            <ac:spMk id="13" creationId="{3155EA4D-173A-EBAB-82E2-5D20CB510D1C}"/>
          </ac:spMkLst>
        </pc:spChg>
        <pc:spChg chg="add mod">
          <ac:chgData name="Martin Lautenschläger" userId="S::mlaut@sdu.dk::8dcc64af-d7fc-4e29-96ab-0157138e4ca1" providerId="AD" clId="Web-{0ADBD608-8F68-36D4-72ED-CC9E2EC0B3B1}" dt="2026-07-06T10:52:43.316" v="121" actId="1076"/>
          <ac:spMkLst>
            <pc:docMk/>
            <pc:sldMk cId="2657679431" sldId="258"/>
            <ac:spMk id="14" creationId="{0F1E4AA4-E014-8FD4-BE0A-082CEAE6D436}"/>
          </ac:spMkLst>
        </pc:spChg>
        <pc:spChg chg="add mod">
          <ac:chgData name="Martin Lautenschläger" userId="S::mlaut@sdu.dk::8dcc64af-d7fc-4e29-96ab-0157138e4ca1" providerId="AD" clId="Web-{0ADBD608-8F68-36D4-72ED-CC9E2EC0B3B1}" dt="2026-07-06T10:52:59.364" v="125" actId="14100"/>
          <ac:spMkLst>
            <pc:docMk/>
            <pc:sldMk cId="2657679431" sldId="258"/>
            <ac:spMk id="15" creationId="{140E5F5F-3E77-790D-3841-A432C0C2E9A7}"/>
          </ac:spMkLst>
        </pc:spChg>
        <pc:picChg chg="add mod">
          <ac:chgData name="Martin Lautenschläger" userId="S::mlaut@sdu.dk::8dcc64af-d7fc-4e29-96ab-0157138e4ca1" providerId="AD" clId="Web-{0ADBD608-8F68-36D4-72ED-CC9E2EC0B3B1}" dt="2026-07-06T10:48:21.540" v="17" actId="14100"/>
          <ac:picMkLst>
            <pc:docMk/>
            <pc:sldMk cId="2657679431" sldId="258"/>
            <ac:picMk id="3" creationId="{3EE43811-B3E1-7432-E228-2E7C0D523382}"/>
          </ac:picMkLst>
        </pc:picChg>
        <pc:picChg chg="add mod">
          <ac:chgData name="Martin Lautenschläger" userId="S::mlaut@sdu.dk::8dcc64af-d7fc-4e29-96ab-0157138e4ca1" providerId="AD" clId="Web-{0ADBD608-8F68-36D4-72ED-CC9E2EC0B3B1}" dt="2026-07-06T10:52:29.659" v="116" actId="1076"/>
          <ac:picMkLst>
            <pc:docMk/>
            <pc:sldMk cId="2657679431" sldId="258"/>
            <ac:picMk id="6" creationId="{1A4FBF84-4897-BCCF-270B-DA7448BA382B}"/>
          </ac:picMkLst>
        </pc:picChg>
        <pc:picChg chg="add mod">
          <ac:chgData name="Martin Lautenschläger" userId="S::mlaut@sdu.dk::8dcc64af-d7fc-4e29-96ab-0157138e4ca1" providerId="AD" clId="Web-{0ADBD608-8F68-36D4-72ED-CC9E2EC0B3B1}" dt="2026-07-06T10:49:37.949" v="23" actId="1076"/>
          <ac:picMkLst>
            <pc:docMk/>
            <pc:sldMk cId="2657679431" sldId="258"/>
            <ac:picMk id="10" creationId="{5F8C8B87-F655-3B56-0363-B95544EB17FF}"/>
          </ac:picMkLst>
        </pc:picChg>
      </pc:sldChg>
      <pc:sldChg chg="modSp">
        <pc:chgData name="Martin Lautenschläger" userId="S::mlaut@sdu.dk::8dcc64af-d7fc-4e29-96ab-0157138e4ca1" providerId="AD" clId="Web-{0ADBD608-8F68-36D4-72ED-CC9E2EC0B3B1}" dt="2026-07-06T11:05:32.332" v="364" actId="20577"/>
        <pc:sldMkLst>
          <pc:docMk/>
          <pc:sldMk cId="947430383" sldId="259"/>
        </pc:sldMkLst>
        <pc:spChg chg="mod">
          <ac:chgData name="Martin Lautenschläger" userId="S::mlaut@sdu.dk::8dcc64af-d7fc-4e29-96ab-0157138e4ca1" providerId="AD" clId="Web-{0ADBD608-8F68-36D4-72ED-CC9E2EC0B3B1}" dt="2026-07-06T11:04:43.877" v="343" actId="20577"/>
          <ac:spMkLst>
            <pc:docMk/>
            <pc:sldMk cId="947430383" sldId="259"/>
            <ac:spMk id="2" creationId="{606677EB-976D-BD09-136E-CB0748BDACEE}"/>
          </ac:spMkLst>
        </pc:spChg>
        <pc:spChg chg="mod">
          <ac:chgData name="Martin Lautenschläger" userId="S::mlaut@sdu.dk::8dcc64af-d7fc-4e29-96ab-0157138e4ca1" providerId="AD" clId="Web-{0ADBD608-8F68-36D4-72ED-CC9E2EC0B3B1}" dt="2026-07-06T10:56:59.498" v="211" actId="20577"/>
          <ac:spMkLst>
            <pc:docMk/>
            <pc:sldMk cId="947430383" sldId="259"/>
            <ac:spMk id="21" creationId="{ABD6E1A1-F36C-4E57-C7EB-839928BAF7A9}"/>
          </ac:spMkLst>
        </pc:spChg>
        <pc:spChg chg="mod">
          <ac:chgData name="Martin Lautenschläger" userId="S::mlaut@sdu.dk::8dcc64af-d7fc-4e29-96ab-0157138e4ca1" providerId="AD" clId="Web-{0ADBD608-8F68-36D4-72ED-CC9E2EC0B3B1}" dt="2026-07-06T11:05:32.332" v="364" actId="20577"/>
          <ac:spMkLst>
            <pc:docMk/>
            <pc:sldMk cId="947430383" sldId="259"/>
            <ac:spMk id="22" creationId="{2148C3B1-F385-8764-C3FF-1EFAB637C7D5}"/>
          </ac:spMkLst>
        </pc:spChg>
      </pc:sldChg>
      <pc:sldChg chg="modSp ord">
        <pc:chgData name="Martin Lautenschläger" userId="S::mlaut@sdu.dk::8dcc64af-d7fc-4e29-96ab-0157138e4ca1" providerId="AD" clId="Web-{0ADBD608-8F68-36D4-72ED-CC9E2EC0B3B1}" dt="2026-07-06T11:10:02.827" v="475" actId="20577"/>
        <pc:sldMkLst>
          <pc:docMk/>
          <pc:sldMk cId="949156615" sldId="260"/>
        </pc:sldMkLst>
        <pc:spChg chg="mod">
          <ac:chgData name="Martin Lautenschläger" userId="S::mlaut@sdu.dk::8dcc64af-d7fc-4e29-96ab-0157138e4ca1" providerId="AD" clId="Web-{0ADBD608-8F68-36D4-72ED-CC9E2EC0B3B1}" dt="2026-07-06T11:10:02.827" v="475" actId="20577"/>
          <ac:spMkLst>
            <pc:docMk/>
            <pc:sldMk cId="949156615" sldId="260"/>
            <ac:spMk id="2" creationId="{BE6294B4-AD9A-C1CC-99EB-F360867C9F48}"/>
          </ac:spMkLst>
        </pc:spChg>
        <pc:spChg chg="mod">
          <ac:chgData name="Martin Lautenschläger" userId="S::mlaut@sdu.dk::8dcc64af-d7fc-4e29-96ab-0157138e4ca1" providerId="AD" clId="Web-{0ADBD608-8F68-36D4-72ED-CC9E2EC0B3B1}" dt="2026-07-06T11:09:09.731" v="462" actId="20577"/>
          <ac:spMkLst>
            <pc:docMk/>
            <pc:sldMk cId="949156615" sldId="260"/>
            <ac:spMk id="7" creationId="{C29BE400-79BB-6441-D564-BDF3A36CC84F}"/>
          </ac:spMkLst>
        </pc:spChg>
      </pc:sldChg>
      <pc:sldChg chg="modSp">
        <pc:chgData name="Martin Lautenschläger" userId="S::mlaut@sdu.dk::8dcc64af-d7fc-4e29-96ab-0157138e4ca1" providerId="AD" clId="Web-{0ADBD608-8F68-36D4-72ED-CC9E2EC0B3B1}" dt="2026-07-06T11:10:07.109" v="476" actId="20577"/>
        <pc:sldMkLst>
          <pc:docMk/>
          <pc:sldMk cId="1957002475" sldId="261"/>
        </pc:sldMkLst>
        <pc:spChg chg="mod">
          <ac:chgData name="Martin Lautenschläger" userId="S::mlaut@sdu.dk::8dcc64af-d7fc-4e29-96ab-0157138e4ca1" providerId="AD" clId="Web-{0ADBD608-8F68-36D4-72ED-CC9E2EC0B3B1}" dt="2026-07-06T11:10:07.109" v="476" actId="20577"/>
          <ac:spMkLst>
            <pc:docMk/>
            <pc:sldMk cId="1957002475" sldId="261"/>
            <ac:spMk id="2" creationId="{1FBD9C82-9652-91F6-353B-96895B9B06FF}"/>
          </ac:spMkLst>
        </pc:spChg>
        <pc:spChg chg="mod">
          <ac:chgData name="Martin Lautenschläger" userId="S::mlaut@sdu.dk::8dcc64af-d7fc-4e29-96ab-0157138e4ca1" providerId="AD" clId="Web-{0ADBD608-8F68-36D4-72ED-CC9E2EC0B3B1}" dt="2026-07-06T11:09:52.936" v="474" actId="20577"/>
          <ac:spMkLst>
            <pc:docMk/>
            <pc:sldMk cId="1957002475" sldId="261"/>
            <ac:spMk id="10" creationId="{7486997B-6EA1-D38B-E7FC-39CA133A26E4}"/>
          </ac:spMkLst>
        </pc:spChg>
      </pc:sldChg>
      <pc:sldChg chg="addSp modSp ord">
        <pc:chgData name="Martin Lautenschläger" userId="S::mlaut@sdu.dk::8dcc64af-d7fc-4e29-96ab-0157138e4ca1" providerId="AD" clId="Web-{0ADBD608-8F68-36D4-72ED-CC9E2EC0B3B1}" dt="2026-07-06T11:12:52.600" v="542" actId="20577"/>
        <pc:sldMkLst>
          <pc:docMk/>
          <pc:sldMk cId="611534479" sldId="262"/>
        </pc:sldMkLst>
        <pc:spChg chg="mod">
          <ac:chgData name="Martin Lautenschläger" userId="S::mlaut@sdu.dk::8dcc64af-d7fc-4e29-96ab-0157138e4ca1" providerId="AD" clId="Web-{0ADBD608-8F68-36D4-72ED-CC9E2EC0B3B1}" dt="2026-07-06T11:10:25.828" v="480" actId="20577"/>
          <ac:spMkLst>
            <pc:docMk/>
            <pc:sldMk cId="611534479" sldId="262"/>
            <ac:spMk id="2" creationId="{EA7AD6E9-94C5-49D9-8212-8A9366E4EC8B}"/>
          </ac:spMkLst>
        </pc:spChg>
        <pc:spChg chg="mod">
          <ac:chgData name="Martin Lautenschläger" userId="S::mlaut@sdu.dk::8dcc64af-d7fc-4e29-96ab-0157138e4ca1" providerId="AD" clId="Web-{0ADBD608-8F68-36D4-72ED-CC9E2EC0B3B1}" dt="2026-07-06T11:11:50.613" v="529" actId="20577"/>
          <ac:spMkLst>
            <pc:docMk/>
            <pc:sldMk cId="611534479" sldId="262"/>
            <ac:spMk id="9" creationId="{A0E8A9D8-3173-1722-E97A-C5042370BA4C}"/>
          </ac:spMkLst>
        </pc:spChg>
        <pc:spChg chg="add mod">
          <ac:chgData name="Martin Lautenschläger" userId="S::mlaut@sdu.dk::8dcc64af-d7fc-4e29-96ab-0157138e4ca1" providerId="AD" clId="Web-{0ADBD608-8F68-36D4-72ED-CC9E2EC0B3B1}" dt="2026-07-06T11:12:32.927" v="539" actId="1076"/>
          <ac:spMkLst>
            <pc:docMk/>
            <pc:sldMk cId="611534479" sldId="262"/>
            <ac:spMk id="10" creationId="{B363DBDD-122D-CEDD-C5FE-B94D6F607F32}"/>
          </ac:spMkLst>
        </pc:spChg>
        <pc:spChg chg="add mod">
          <ac:chgData name="Martin Lautenschläger" userId="S::mlaut@sdu.dk::8dcc64af-d7fc-4e29-96ab-0157138e4ca1" providerId="AD" clId="Web-{0ADBD608-8F68-36D4-72ED-CC9E2EC0B3B1}" dt="2026-07-06T11:12:52.600" v="542" actId="20577"/>
          <ac:spMkLst>
            <pc:docMk/>
            <pc:sldMk cId="611534479" sldId="262"/>
            <ac:spMk id="12" creationId="{CB05F06D-F898-4AB4-88A1-4BD91F45F8E8}"/>
          </ac:spMkLst>
        </pc:spChg>
        <pc:picChg chg="add mod">
          <ac:chgData name="Martin Lautenschläger" userId="S::mlaut@sdu.dk::8dcc64af-d7fc-4e29-96ab-0157138e4ca1" providerId="AD" clId="Web-{0ADBD608-8F68-36D4-72ED-CC9E2EC0B3B1}" dt="2026-07-06T11:12:14.520" v="533" actId="1076"/>
          <ac:picMkLst>
            <pc:docMk/>
            <pc:sldMk cId="611534479" sldId="262"/>
            <ac:picMk id="5" creationId="{5548D433-ABE1-DE9D-DF70-89357D488510}"/>
          </ac:picMkLst>
        </pc:picChg>
      </pc:sldChg>
      <pc:sldChg chg="modSp ord">
        <pc:chgData name="Martin Lautenschläger" userId="S::mlaut@sdu.dk::8dcc64af-d7fc-4e29-96ab-0157138e4ca1" providerId="AD" clId="Web-{0ADBD608-8F68-36D4-72ED-CC9E2EC0B3B1}" dt="2026-07-06T11:02:32.543" v="292"/>
        <pc:sldMkLst>
          <pc:docMk/>
          <pc:sldMk cId="2806211734" sldId="263"/>
        </pc:sldMkLst>
        <pc:spChg chg="mod">
          <ac:chgData name="Martin Lautenschläger" userId="S::mlaut@sdu.dk::8dcc64af-d7fc-4e29-96ab-0157138e4ca1" providerId="AD" clId="Web-{0ADBD608-8F68-36D4-72ED-CC9E2EC0B3B1}" dt="2026-07-06T11:02:01.839" v="277" actId="20577"/>
          <ac:spMkLst>
            <pc:docMk/>
            <pc:sldMk cId="2806211734" sldId="263"/>
            <ac:spMk id="2" creationId="{0A1C5597-DC50-E9A7-A9FD-7954C7BC8EB4}"/>
          </ac:spMkLst>
        </pc:spChg>
        <pc:spChg chg="mod">
          <ac:chgData name="Martin Lautenschläger" userId="S::mlaut@sdu.dk::8dcc64af-d7fc-4e29-96ab-0157138e4ca1" providerId="AD" clId="Web-{0ADBD608-8F68-36D4-72ED-CC9E2EC0B3B1}" dt="2026-07-06T11:02:28.278" v="291" actId="20577"/>
          <ac:spMkLst>
            <pc:docMk/>
            <pc:sldMk cId="2806211734" sldId="263"/>
            <ac:spMk id="5" creationId="{AF9D5FC5-F9F0-87AE-9FE6-3D611B6BEE5B}"/>
          </ac:spMkLst>
        </pc:spChg>
      </pc:sldChg>
      <pc:sldChg chg="modSp ord">
        <pc:chgData name="Martin Lautenschläger" userId="S::mlaut@sdu.dk::8dcc64af-d7fc-4e29-96ab-0157138e4ca1" providerId="AD" clId="Web-{0ADBD608-8F68-36D4-72ED-CC9E2EC0B3B1}" dt="2026-07-06T11:03:56.484" v="338" actId="20577"/>
        <pc:sldMkLst>
          <pc:docMk/>
          <pc:sldMk cId="707362520" sldId="264"/>
        </pc:sldMkLst>
        <pc:spChg chg="mod">
          <ac:chgData name="Martin Lautenschläger" userId="S::mlaut@sdu.dk::8dcc64af-d7fc-4e29-96ab-0157138e4ca1" providerId="AD" clId="Web-{0ADBD608-8F68-36D4-72ED-CC9E2EC0B3B1}" dt="2026-07-06T11:03:56.484" v="338" actId="20577"/>
          <ac:spMkLst>
            <pc:docMk/>
            <pc:sldMk cId="707362520" sldId="264"/>
            <ac:spMk id="7" creationId="{B236DA37-E0E6-43CA-21F6-FB2BFC474C4D}"/>
          </ac:spMkLst>
        </pc:spChg>
      </pc:sldChg>
      <pc:sldChg chg="modSp add replId">
        <pc:chgData name="Martin Lautenschläger" userId="S::mlaut@sdu.dk::8dcc64af-d7fc-4e29-96ab-0157138e4ca1" providerId="AD" clId="Web-{0ADBD608-8F68-36D4-72ED-CC9E2EC0B3B1}" dt="2026-07-06T11:01:52.870" v="274" actId="20577"/>
        <pc:sldMkLst>
          <pc:docMk/>
          <pc:sldMk cId="1477219187" sldId="267"/>
        </pc:sldMkLst>
        <pc:spChg chg="mod">
          <ac:chgData name="Martin Lautenschläger" userId="S::mlaut@sdu.dk::8dcc64af-d7fc-4e29-96ab-0157138e4ca1" providerId="AD" clId="Web-{0ADBD608-8F68-36D4-72ED-CC9E2EC0B3B1}" dt="2026-07-06T11:01:52.870" v="274" actId="20577"/>
          <ac:spMkLst>
            <pc:docMk/>
            <pc:sldMk cId="1477219187" sldId="267"/>
            <ac:spMk id="2" creationId="{B0652B9C-C5E1-426B-09A0-68660D4786B9}"/>
          </ac:spMkLst>
        </pc:spChg>
        <pc:spChg chg="mod">
          <ac:chgData name="Martin Lautenschläger" userId="S::mlaut@sdu.dk::8dcc64af-d7fc-4e29-96ab-0157138e4ca1" providerId="AD" clId="Web-{0ADBD608-8F68-36D4-72ED-CC9E2EC0B3B1}" dt="2026-07-06T10:56:56.030" v="210" actId="20577"/>
          <ac:spMkLst>
            <pc:docMk/>
            <pc:sldMk cId="1477219187" sldId="267"/>
            <ac:spMk id="5" creationId="{B85F2C82-8438-EEE8-C3D3-B205AF17745F}"/>
          </ac:spMkLst>
        </pc:spChg>
        <pc:spChg chg="mod">
          <ac:chgData name="Martin Lautenschläger" userId="S::mlaut@sdu.dk::8dcc64af-d7fc-4e29-96ab-0157138e4ca1" providerId="AD" clId="Web-{0ADBD608-8F68-36D4-72ED-CC9E2EC0B3B1}" dt="2026-07-06T10:58:19.720" v="256" actId="20577"/>
          <ac:spMkLst>
            <pc:docMk/>
            <pc:sldMk cId="1477219187" sldId="267"/>
            <ac:spMk id="8" creationId="{33992EE8-2188-6CEF-A151-2300F493BF94}"/>
          </ac:spMkLst>
        </pc:spChg>
        <pc:picChg chg="mod">
          <ac:chgData name="Martin Lautenschläger" userId="S::mlaut@sdu.dk::8dcc64af-d7fc-4e29-96ab-0157138e4ca1" providerId="AD" clId="Web-{0ADBD608-8F68-36D4-72ED-CC9E2EC0B3B1}" dt="2026-07-06T10:58:25.861" v="257" actId="1076"/>
          <ac:picMkLst>
            <pc:docMk/>
            <pc:sldMk cId="1477219187" sldId="267"/>
            <ac:picMk id="7" creationId="{E0AB694F-197D-5F5A-5E78-193E9C2A9E64}"/>
          </ac:picMkLst>
        </pc:picChg>
      </pc:sldChg>
      <pc:sldChg chg="addSp delSp modSp add replId delAnim">
        <pc:chgData name="Martin Lautenschläger" userId="S::mlaut@sdu.dk::8dcc64af-d7fc-4e29-96ab-0157138e4ca1" providerId="AD" clId="Web-{0ADBD608-8F68-36D4-72ED-CC9E2EC0B3B1}" dt="2026-07-06T11:07:29.837" v="431" actId="20577"/>
        <pc:sldMkLst>
          <pc:docMk/>
          <pc:sldMk cId="847978807" sldId="268"/>
        </pc:sldMkLst>
        <pc:spChg chg="mod">
          <ac:chgData name="Martin Lautenschläger" userId="S::mlaut@sdu.dk::8dcc64af-d7fc-4e29-96ab-0157138e4ca1" providerId="AD" clId="Web-{0ADBD608-8F68-36D4-72ED-CC9E2EC0B3B1}" dt="2026-07-06T11:04:57.127" v="347" actId="20577"/>
          <ac:spMkLst>
            <pc:docMk/>
            <pc:sldMk cId="847978807" sldId="268"/>
            <ac:spMk id="2" creationId="{A0A2789D-0F32-4BCE-3B66-4437E7C52D2F}"/>
          </ac:spMkLst>
        </pc:spChg>
        <pc:spChg chg="mod">
          <ac:chgData name="Martin Lautenschläger" userId="S::mlaut@sdu.dk::8dcc64af-d7fc-4e29-96ab-0157138e4ca1" providerId="AD" clId="Web-{0ADBD608-8F68-36D4-72ED-CC9E2EC0B3B1}" dt="2026-07-06T11:05:09.097" v="349" actId="20577"/>
          <ac:spMkLst>
            <pc:docMk/>
            <pc:sldMk cId="847978807" sldId="268"/>
            <ac:spMk id="21" creationId="{4D23ECA4-7451-D098-9406-B2CAE0FE8B43}"/>
          </ac:spMkLst>
        </pc:spChg>
        <pc:spChg chg="mod">
          <ac:chgData name="Martin Lautenschläger" userId="S::mlaut@sdu.dk::8dcc64af-d7fc-4e29-96ab-0157138e4ca1" providerId="AD" clId="Web-{0ADBD608-8F68-36D4-72ED-CC9E2EC0B3B1}" dt="2026-07-06T11:07:29.837" v="431" actId="20577"/>
          <ac:spMkLst>
            <pc:docMk/>
            <pc:sldMk cId="847978807" sldId="268"/>
            <ac:spMk id="22" creationId="{7F49F700-32DB-0F81-39AC-8FE023251362}"/>
          </ac:spMkLst>
        </pc:spChg>
        <pc:picChg chg="add mod">
          <ac:chgData name="Martin Lautenschläger" userId="S::mlaut@sdu.dk::8dcc64af-d7fc-4e29-96ab-0157138e4ca1" providerId="AD" clId="Web-{0ADBD608-8F68-36D4-72ED-CC9E2EC0B3B1}" dt="2026-07-06T11:06:36.772" v="378" actId="1076"/>
          <ac:picMkLst>
            <pc:docMk/>
            <pc:sldMk cId="847978807" sldId="268"/>
            <ac:picMk id="3" creationId="{0F3BD244-5394-B1E6-9768-D481EFE95DB9}"/>
          </ac:picMkLst>
        </pc:picChg>
      </pc:sldChg>
    </pc:docChg>
  </pc:docChgLst>
  <pc:docChgLst>
    <pc:chgData name="Martin Lautenschläger" userId="S::mlaut@sdu.dk::8dcc64af-d7fc-4e29-96ab-0157138e4ca1" providerId="AD" clId="Web-{14F70985-1FBF-BEA5-F8A5-4DE1931B11B9}"/>
    <pc:docChg chg="addSld modSld">
      <pc:chgData name="Martin Lautenschläger" userId="S::mlaut@sdu.dk::8dcc64af-d7fc-4e29-96ab-0157138e4ca1" providerId="AD" clId="Web-{14F70985-1FBF-BEA5-F8A5-4DE1931B11B9}" dt="2026-07-06T11:18:12.612" v="34" actId="1076"/>
      <pc:docMkLst>
        <pc:docMk/>
      </pc:docMkLst>
      <pc:sldChg chg="modSp">
        <pc:chgData name="Martin Lautenschläger" userId="S::mlaut@sdu.dk::8dcc64af-d7fc-4e29-96ab-0157138e4ca1" providerId="AD" clId="Web-{14F70985-1FBF-BEA5-F8A5-4DE1931B11B9}" dt="2026-07-06T11:13:54.010" v="0" actId="20577"/>
        <pc:sldMkLst>
          <pc:docMk/>
          <pc:sldMk cId="707362520" sldId="264"/>
        </pc:sldMkLst>
        <pc:spChg chg="mod">
          <ac:chgData name="Martin Lautenschläger" userId="S::mlaut@sdu.dk::8dcc64af-d7fc-4e29-96ab-0157138e4ca1" providerId="AD" clId="Web-{14F70985-1FBF-BEA5-F8A5-4DE1931B11B9}" dt="2026-07-06T11:13:54.010" v="0" actId="20577"/>
          <ac:spMkLst>
            <pc:docMk/>
            <pc:sldMk cId="707362520" sldId="264"/>
            <ac:spMk id="2" creationId="{C15067B1-E003-4BFC-873C-79945770A3A5}"/>
          </ac:spMkLst>
        </pc:spChg>
      </pc:sldChg>
      <pc:sldChg chg="addSp delSp modSp add replId">
        <pc:chgData name="Martin Lautenschläger" userId="S::mlaut@sdu.dk::8dcc64af-d7fc-4e29-96ab-0157138e4ca1" providerId="AD" clId="Web-{14F70985-1FBF-BEA5-F8A5-4DE1931B11B9}" dt="2026-07-06T11:16:02.733" v="18" actId="1076"/>
        <pc:sldMkLst>
          <pc:docMk/>
          <pc:sldMk cId="2010433490" sldId="269"/>
        </pc:sldMkLst>
        <pc:spChg chg="mod">
          <ac:chgData name="Martin Lautenschläger" userId="S::mlaut@sdu.dk::8dcc64af-d7fc-4e29-96ab-0157138e4ca1" providerId="AD" clId="Web-{14F70985-1FBF-BEA5-F8A5-4DE1931B11B9}" dt="2026-07-06T11:14:02.745" v="4" actId="20577"/>
          <ac:spMkLst>
            <pc:docMk/>
            <pc:sldMk cId="2010433490" sldId="269"/>
            <ac:spMk id="2" creationId="{8CF6DE7C-8970-BC66-2166-847EDC146D91}"/>
          </ac:spMkLst>
        </pc:spChg>
        <pc:spChg chg="mod">
          <ac:chgData name="Martin Lautenschläger" userId="S::mlaut@sdu.dk::8dcc64af-d7fc-4e29-96ab-0157138e4ca1" providerId="AD" clId="Web-{14F70985-1FBF-BEA5-F8A5-4DE1931B11B9}" dt="2026-07-06T11:14:13.651" v="11" actId="20577"/>
          <ac:spMkLst>
            <pc:docMk/>
            <pc:sldMk cId="2010433490" sldId="269"/>
            <ac:spMk id="7" creationId="{2158BCEE-6DBC-2591-8AF9-3914C2E5EFAA}"/>
          </ac:spMkLst>
        </pc:spChg>
        <pc:picChg chg="add mod">
          <ac:chgData name="Martin Lautenschläger" userId="S::mlaut@sdu.dk::8dcc64af-d7fc-4e29-96ab-0157138e4ca1" providerId="AD" clId="Web-{14F70985-1FBF-BEA5-F8A5-4DE1931B11B9}" dt="2026-07-06T11:16:02.733" v="18" actId="1076"/>
          <ac:picMkLst>
            <pc:docMk/>
            <pc:sldMk cId="2010433490" sldId="269"/>
            <ac:picMk id="3" creationId="{8BE86F31-B30F-000E-3C2C-B68F35EABDE8}"/>
          </ac:picMkLst>
        </pc:picChg>
      </pc:sldChg>
      <pc:sldChg chg="addSp delSp modSp add replId">
        <pc:chgData name="Martin Lautenschläger" userId="S::mlaut@sdu.dk::8dcc64af-d7fc-4e29-96ab-0157138e4ca1" providerId="AD" clId="Web-{14F70985-1FBF-BEA5-F8A5-4DE1931B11B9}" dt="2026-07-06T11:18:12.612" v="34" actId="1076"/>
        <pc:sldMkLst>
          <pc:docMk/>
          <pc:sldMk cId="390035017" sldId="270"/>
        </pc:sldMkLst>
        <pc:spChg chg="mod">
          <ac:chgData name="Martin Lautenschläger" userId="S::mlaut@sdu.dk::8dcc64af-d7fc-4e29-96ab-0157138e4ca1" providerId="AD" clId="Web-{14F70985-1FBF-BEA5-F8A5-4DE1931B11B9}" dt="2026-07-06T11:16:21.687" v="27" actId="20577"/>
          <ac:spMkLst>
            <pc:docMk/>
            <pc:sldMk cId="390035017" sldId="270"/>
            <ac:spMk id="2" creationId="{02C4E2A6-F64C-8445-6378-971B27A6C53B}"/>
          </ac:spMkLst>
        </pc:spChg>
        <pc:picChg chg="add mod">
          <ac:chgData name="Martin Lautenschläger" userId="S::mlaut@sdu.dk::8dcc64af-d7fc-4e29-96ab-0157138e4ca1" providerId="AD" clId="Web-{14F70985-1FBF-BEA5-F8A5-4DE1931B11B9}" dt="2026-07-06T11:18:12.612" v="34" actId="1076"/>
          <ac:picMkLst>
            <pc:docMk/>
            <pc:sldMk cId="390035017" sldId="270"/>
            <ac:picMk id="4" creationId="{D80CA7F2-DDDC-CC74-9C91-AB7F6C82F981}"/>
          </ac:picMkLst>
        </pc:picChg>
      </pc:sldChg>
    </pc:docChg>
  </pc:docChgLst>
  <pc:docChgLst>
    <pc:chgData name="Martin Lautenschläger" userId="S::mlaut@sdu.dk::8dcc64af-d7fc-4e29-96ab-0157138e4ca1" providerId="AD" clId="Web-{C70CD6EA-2128-0C68-20E2-0A338EFA710D}"/>
    <pc:docChg chg="addSld modSld">
      <pc:chgData name="Martin Lautenschläger" userId="S::mlaut@sdu.dk::8dcc64af-d7fc-4e29-96ab-0157138e4ca1" providerId="AD" clId="Web-{C70CD6EA-2128-0C68-20E2-0A338EFA710D}" dt="2026-07-10T08:11:55.185" v="235"/>
      <pc:docMkLst>
        <pc:docMk/>
      </pc:docMkLst>
      <pc:sldChg chg="addSp delSp">
        <pc:chgData name="Martin Lautenschläger" userId="S::mlaut@sdu.dk::8dcc64af-d7fc-4e29-96ab-0157138e4ca1" providerId="AD" clId="Web-{C70CD6EA-2128-0C68-20E2-0A338EFA710D}" dt="2026-07-10T08:10:45.980" v="201"/>
        <pc:sldMkLst>
          <pc:docMk/>
          <pc:sldMk cId="947430383" sldId="259"/>
        </pc:sldMkLst>
        <pc:picChg chg="add">
          <ac:chgData name="Martin Lautenschläger" userId="S::mlaut@sdu.dk::8dcc64af-d7fc-4e29-96ab-0157138e4ca1" providerId="AD" clId="Web-{C70CD6EA-2128-0C68-20E2-0A338EFA710D}" dt="2026-07-10T08:10:42.198" v="195"/>
          <ac:picMkLst>
            <pc:docMk/>
            <pc:sldMk cId="947430383" sldId="259"/>
            <ac:picMk id="4" creationId="{812B2A2F-F44E-5C0A-A6D2-0B9F82B4DA2D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42.214" v="196"/>
          <ac:picMkLst>
            <pc:docMk/>
            <pc:sldMk cId="947430383" sldId="259"/>
            <ac:picMk id="6" creationId="{94945AC6-3D77-CE29-3EC6-25A85C20F612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42.229" v="197"/>
          <ac:picMkLst>
            <pc:docMk/>
            <pc:sldMk cId="947430383" sldId="259"/>
            <ac:picMk id="8" creationId="{45FFCEA1-8F60-1E41-FFEB-EA6CE3CB26FD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0:42.245" v="198"/>
          <ac:cxnSpMkLst>
            <pc:docMk/>
            <pc:sldMk cId="947430383" sldId="259"/>
            <ac:cxnSpMk id="10" creationId="{A9C341A1-A1AA-8276-A7D0-317809FC1E6F}"/>
          </ac:cxnSpMkLst>
        </pc:cxnChg>
        <pc:cxnChg chg="add">
          <ac:chgData name="Martin Lautenschläger" userId="S::mlaut@sdu.dk::8dcc64af-d7fc-4e29-96ab-0157138e4ca1" providerId="AD" clId="Web-{C70CD6EA-2128-0C68-20E2-0A338EFA710D}" dt="2026-07-10T08:10:42.276" v="200"/>
          <ac:cxnSpMkLst>
            <pc:docMk/>
            <pc:sldMk cId="947430383" sldId="259"/>
            <ac:cxnSpMk id="26" creationId="{B2E9995A-BF78-8D89-D953-72CB2A82D48B}"/>
          </ac:cxnSpMkLst>
        </pc:cxnChg>
      </pc:sldChg>
      <pc:sldChg chg="addSp delSp modSp">
        <pc:chgData name="Martin Lautenschläger" userId="S::mlaut@sdu.dk::8dcc64af-d7fc-4e29-96ab-0157138e4ca1" providerId="AD" clId="Web-{C70CD6EA-2128-0C68-20E2-0A338EFA710D}" dt="2026-07-10T08:11:18.434" v="218"/>
        <pc:sldMkLst>
          <pc:docMk/>
          <pc:sldMk cId="949156615" sldId="260"/>
        </pc:sldMkLst>
        <pc:spChg chg="mod">
          <ac:chgData name="Martin Lautenschläger" userId="S::mlaut@sdu.dk::8dcc64af-d7fc-4e29-96ab-0157138e4ca1" providerId="AD" clId="Web-{C70CD6EA-2128-0C68-20E2-0A338EFA710D}" dt="2026-07-10T08:11:07.683" v="216" actId="20577"/>
          <ac:spMkLst>
            <pc:docMk/>
            <pc:sldMk cId="949156615" sldId="260"/>
            <ac:spMk id="2" creationId="{BE6294B4-AD9A-C1CC-99EB-F360867C9F48}"/>
          </ac:spMkLst>
        </pc:spChg>
        <pc:picChg chg="add">
          <ac:chgData name="Martin Lautenschläger" userId="S::mlaut@sdu.dk::8dcc64af-d7fc-4e29-96ab-0157138e4ca1" providerId="AD" clId="Web-{C70CD6EA-2128-0C68-20E2-0A338EFA710D}" dt="2026-07-10T08:11:01.636" v="210"/>
          <ac:picMkLst>
            <pc:docMk/>
            <pc:sldMk cId="949156615" sldId="260"/>
            <ac:picMk id="5" creationId="{EEEB645B-CA37-4343-FFD8-CC0BA0EAC09C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01.652" v="211"/>
          <ac:picMkLst>
            <pc:docMk/>
            <pc:sldMk cId="949156615" sldId="260"/>
            <ac:picMk id="11" creationId="{10333ADB-C1A5-FA4D-3049-0ED5C74BE8AF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01.668" v="212"/>
          <ac:picMkLst>
            <pc:docMk/>
            <pc:sldMk cId="949156615" sldId="260"/>
            <ac:picMk id="13" creationId="{2853D8C2-FCCF-C72B-0F6D-9820EC5ADE37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1:01.668" v="214"/>
          <ac:cxnSpMkLst>
            <pc:docMk/>
            <pc:sldMk cId="949156615" sldId="260"/>
            <ac:cxnSpMk id="17" creationId="{7C440784-F496-E5FE-704E-586A380AF341}"/>
          </ac:cxnSpMkLst>
        </pc:cxnChg>
      </pc:sldChg>
      <pc:sldChg chg="addSp delSp">
        <pc:chgData name="Martin Lautenschläger" userId="S::mlaut@sdu.dk::8dcc64af-d7fc-4e29-96ab-0157138e4ca1" providerId="AD" clId="Web-{C70CD6EA-2128-0C68-20E2-0A338EFA710D}" dt="2026-07-10T08:11:28.153" v="226"/>
        <pc:sldMkLst>
          <pc:docMk/>
          <pc:sldMk cId="1957002475" sldId="261"/>
        </pc:sldMkLst>
        <pc:picChg chg="add">
          <ac:chgData name="Martin Lautenschläger" userId="S::mlaut@sdu.dk::8dcc64af-d7fc-4e29-96ab-0157138e4ca1" providerId="AD" clId="Web-{C70CD6EA-2128-0C68-20E2-0A338EFA710D}" dt="2026-07-10T08:11:20.512" v="219"/>
          <ac:picMkLst>
            <pc:docMk/>
            <pc:sldMk cId="1957002475" sldId="261"/>
            <ac:picMk id="7" creationId="{292F1F05-DD2D-F7D0-2136-DE77153D4960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20.528" v="220"/>
          <ac:picMkLst>
            <pc:docMk/>
            <pc:sldMk cId="1957002475" sldId="261"/>
            <ac:picMk id="12" creationId="{E5958324-5318-9668-EF43-6080C922473B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20.543" v="221"/>
          <ac:picMkLst>
            <pc:docMk/>
            <pc:sldMk cId="1957002475" sldId="261"/>
            <ac:picMk id="14" creationId="{797F7134-A5A6-A8D2-05E1-7A800CD0CE90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1:20.543" v="222"/>
          <ac:cxnSpMkLst>
            <pc:docMk/>
            <pc:sldMk cId="1957002475" sldId="261"/>
            <ac:cxnSpMk id="16" creationId="{AB92C360-61C3-DB75-E65C-2B3DE8A17830}"/>
          </ac:cxnSpMkLst>
        </pc:cxnChg>
      </pc:sldChg>
      <pc:sldChg chg="addSp delSp">
        <pc:chgData name="Martin Lautenschläger" userId="S::mlaut@sdu.dk::8dcc64af-d7fc-4e29-96ab-0157138e4ca1" providerId="AD" clId="Web-{C70CD6EA-2128-0C68-20E2-0A338EFA710D}" dt="2026-07-10T08:11:55.185" v="235"/>
        <pc:sldMkLst>
          <pc:docMk/>
          <pc:sldMk cId="611534479" sldId="262"/>
        </pc:sldMkLst>
        <pc:picChg chg="add">
          <ac:chgData name="Martin Lautenschläger" userId="S::mlaut@sdu.dk::8dcc64af-d7fc-4e29-96ab-0157138e4ca1" providerId="AD" clId="Web-{C70CD6EA-2128-0C68-20E2-0A338EFA710D}" dt="2026-07-10T08:11:32.200" v="227"/>
          <ac:picMkLst>
            <pc:docMk/>
            <pc:sldMk cId="611534479" sldId="262"/>
            <ac:picMk id="14" creationId="{1FD336F4-6C72-ADFF-7025-C304597C9AD7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32.215" v="228"/>
          <ac:picMkLst>
            <pc:docMk/>
            <pc:sldMk cId="611534479" sldId="262"/>
            <ac:picMk id="16" creationId="{BE2477EF-208C-0EF4-F63A-ECB3B3389509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1:32.231" v="229"/>
          <ac:picMkLst>
            <pc:docMk/>
            <pc:sldMk cId="611534479" sldId="262"/>
            <ac:picMk id="18" creationId="{3AC13C4A-AA1B-B072-F5E1-1E52BA424200}"/>
          </ac:picMkLst>
        </pc:picChg>
      </pc:sldChg>
      <pc:sldChg chg="addSp delSp">
        <pc:chgData name="Martin Lautenschläger" userId="S::mlaut@sdu.dk::8dcc64af-d7fc-4e29-96ab-0157138e4ca1" providerId="AD" clId="Web-{C70CD6EA-2128-0C68-20E2-0A338EFA710D}" dt="2026-07-10T08:09:51.806" v="171"/>
        <pc:sldMkLst>
          <pc:docMk/>
          <pc:sldMk cId="2806211734" sldId="263"/>
        </pc:sldMkLst>
        <pc:picChg chg="add">
          <ac:chgData name="Martin Lautenschläger" userId="S::mlaut@sdu.dk::8dcc64af-d7fc-4e29-96ab-0157138e4ca1" providerId="AD" clId="Web-{C70CD6EA-2128-0C68-20E2-0A338EFA710D}" dt="2026-07-10T08:09:51.743" v="166"/>
          <ac:picMkLst>
            <pc:docMk/>
            <pc:sldMk cId="2806211734" sldId="263"/>
            <ac:picMk id="11" creationId="{D1C1FAA7-B66C-6F0B-A28A-7D7F37ADBA83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09:51.759" v="167"/>
          <ac:picMkLst>
            <pc:docMk/>
            <pc:sldMk cId="2806211734" sldId="263"/>
            <ac:picMk id="13" creationId="{57F8F75E-C30B-4F9C-040B-B2B2F60C7A8B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09:51.775" v="168"/>
          <ac:picMkLst>
            <pc:docMk/>
            <pc:sldMk cId="2806211734" sldId="263"/>
            <ac:picMk id="15" creationId="{07E6A1D1-7A9C-B443-2901-E01CAE0F34F9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09:51.790" v="169"/>
          <ac:cxnSpMkLst>
            <pc:docMk/>
            <pc:sldMk cId="2806211734" sldId="263"/>
            <ac:cxnSpMk id="17" creationId="{943F29A3-18FF-8C4D-217E-835CF194AA24}"/>
          </ac:cxnSpMkLst>
        </pc:cxnChg>
        <pc:cxnChg chg="add">
          <ac:chgData name="Martin Lautenschläger" userId="S::mlaut@sdu.dk::8dcc64af-d7fc-4e29-96ab-0157138e4ca1" providerId="AD" clId="Web-{C70CD6EA-2128-0C68-20E2-0A338EFA710D}" dt="2026-07-10T08:09:51.790" v="170"/>
          <ac:cxnSpMkLst>
            <pc:docMk/>
            <pc:sldMk cId="2806211734" sldId="263"/>
            <ac:cxnSpMk id="19" creationId="{0386CA96-543E-1F32-E0C4-566C71717813}"/>
          </ac:cxnSpMkLst>
        </pc:cxnChg>
        <pc:cxnChg chg="add">
          <ac:chgData name="Martin Lautenschläger" userId="S::mlaut@sdu.dk::8dcc64af-d7fc-4e29-96ab-0157138e4ca1" providerId="AD" clId="Web-{C70CD6EA-2128-0C68-20E2-0A338EFA710D}" dt="2026-07-10T08:09:51.806" v="171"/>
          <ac:cxnSpMkLst>
            <pc:docMk/>
            <pc:sldMk cId="2806211734" sldId="263"/>
            <ac:cxnSpMk id="21" creationId="{1B9C5CF4-BF2E-E23A-0ACE-84312E0FB412}"/>
          </ac:cxnSpMkLst>
        </pc:cxnChg>
      </pc:sldChg>
      <pc:sldChg chg="addSp delSp modSp">
        <pc:chgData name="Martin Lautenschläger" userId="S::mlaut@sdu.dk::8dcc64af-d7fc-4e29-96ab-0157138e4ca1" providerId="AD" clId="Web-{C70CD6EA-2128-0C68-20E2-0A338EFA710D}" dt="2026-07-10T08:10:19.854" v="180"/>
        <pc:sldMkLst>
          <pc:docMk/>
          <pc:sldMk cId="707362520" sldId="264"/>
        </pc:sldMkLst>
        <pc:spChg chg="mod">
          <ac:chgData name="Martin Lautenschläger" userId="S::mlaut@sdu.dk::8dcc64af-d7fc-4e29-96ab-0157138e4ca1" providerId="AD" clId="Web-{C70CD6EA-2128-0C68-20E2-0A338EFA710D}" dt="2026-07-10T08:10:04.900" v="172" actId="20577"/>
          <ac:spMkLst>
            <pc:docMk/>
            <pc:sldMk cId="707362520" sldId="264"/>
            <ac:spMk id="2" creationId="{C15067B1-E003-4BFC-873C-79945770A3A5}"/>
          </ac:spMkLst>
        </pc:spChg>
        <pc:picChg chg="add">
          <ac:chgData name="Martin Lautenschläger" userId="S::mlaut@sdu.dk::8dcc64af-d7fc-4e29-96ab-0157138e4ca1" providerId="AD" clId="Web-{C70CD6EA-2128-0C68-20E2-0A338EFA710D}" dt="2026-07-10T08:10:06.275" v="173"/>
          <ac:picMkLst>
            <pc:docMk/>
            <pc:sldMk cId="707362520" sldId="264"/>
            <ac:picMk id="8" creationId="{8CBC6462-2CAD-721E-A935-0F0FC06A2052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06.291" v="174"/>
          <ac:picMkLst>
            <pc:docMk/>
            <pc:sldMk cId="707362520" sldId="264"/>
            <ac:picMk id="10" creationId="{72379872-F1CD-0689-59EF-91154C95CAC5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06.306" v="175"/>
          <ac:picMkLst>
            <pc:docMk/>
            <pc:sldMk cId="707362520" sldId="264"/>
            <ac:picMk id="12" creationId="{5C1AB14C-7414-A0D9-6B23-055E9C4F8838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0:06.322" v="177"/>
          <ac:cxnSpMkLst>
            <pc:docMk/>
            <pc:sldMk cId="707362520" sldId="264"/>
            <ac:cxnSpMk id="16" creationId="{CD22A9AE-BFFA-D10F-908D-A39E56FD0582}"/>
          </ac:cxnSpMkLst>
        </pc:cxnChg>
      </pc:sldChg>
      <pc:sldChg chg="addSp modSp">
        <pc:chgData name="Martin Lautenschläger" userId="S::mlaut@sdu.dk::8dcc64af-d7fc-4e29-96ab-0157138e4ca1" providerId="AD" clId="Web-{C70CD6EA-2128-0C68-20E2-0A338EFA710D}" dt="2026-07-10T08:09:37.962" v="163" actId="1076"/>
        <pc:sldMkLst>
          <pc:docMk/>
          <pc:sldMk cId="1477219187" sldId="267"/>
        </pc:sldMkLst>
        <pc:picChg chg="add mod">
          <ac:chgData name="Martin Lautenschläger" userId="S::mlaut@sdu.dk::8dcc64af-d7fc-4e29-96ab-0157138e4ca1" providerId="AD" clId="Web-{C70CD6EA-2128-0C68-20E2-0A338EFA710D}" dt="2026-07-10T08:08:54.554" v="156" actId="1076"/>
          <ac:picMkLst>
            <pc:docMk/>
            <pc:sldMk cId="1477219187" sldId="267"/>
            <ac:picMk id="6" creationId="{946DF3C6-AEA0-DA7D-4B75-61F9D4316E00}"/>
          </ac:picMkLst>
        </pc:picChg>
        <pc:picChg chg="add mod">
          <ac:chgData name="Martin Lautenschläger" userId="S::mlaut@sdu.dk::8dcc64af-d7fc-4e29-96ab-0157138e4ca1" providerId="AD" clId="Web-{C70CD6EA-2128-0C68-20E2-0A338EFA710D}" dt="2026-07-10T08:08:59.085" v="157" actId="1076"/>
          <ac:picMkLst>
            <pc:docMk/>
            <pc:sldMk cId="1477219187" sldId="267"/>
            <ac:picMk id="11" creationId="{44945FBE-1BC7-E0E0-087F-A7E5BE309484}"/>
          </ac:picMkLst>
        </pc:picChg>
        <pc:picChg chg="add mod">
          <ac:chgData name="Martin Lautenschläger" userId="S::mlaut@sdu.dk::8dcc64af-d7fc-4e29-96ab-0157138e4ca1" providerId="AD" clId="Web-{C70CD6EA-2128-0C68-20E2-0A338EFA710D}" dt="2026-07-10T08:08:50.819" v="155" actId="1076"/>
          <ac:picMkLst>
            <pc:docMk/>
            <pc:sldMk cId="1477219187" sldId="267"/>
            <ac:picMk id="13" creationId="{6539CEC5-3C9E-BB06-016F-B0150DFACED7}"/>
          </ac:picMkLst>
        </pc:picChg>
        <pc:cxnChg chg="add mod">
          <ac:chgData name="Martin Lautenschläger" userId="S::mlaut@sdu.dk::8dcc64af-d7fc-4e29-96ab-0157138e4ca1" providerId="AD" clId="Web-{C70CD6EA-2128-0C68-20E2-0A338EFA710D}" dt="2026-07-10T08:09:16.633" v="159"/>
          <ac:cxnSpMkLst>
            <pc:docMk/>
            <pc:sldMk cId="1477219187" sldId="267"/>
            <ac:cxnSpMk id="14" creationId="{4EEA28E7-531C-FFD2-76DF-7D9E10345638}"/>
          </ac:cxnSpMkLst>
        </pc:cxnChg>
        <pc:cxnChg chg="add mod">
          <ac:chgData name="Martin Lautenschläger" userId="S::mlaut@sdu.dk::8dcc64af-d7fc-4e29-96ab-0157138e4ca1" providerId="AD" clId="Web-{C70CD6EA-2128-0C68-20E2-0A338EFA710D}" dt="2026-07-10T08:09:25.274" v="161" actId="1076"/>
          <ac:cxnSpMkLst>
            <pc:docMk/>
            <pc:sldMk cId="1477219187" sldId="267"/>
            <ac:cxnSpMk id="15" creationId="{35D011A0-DA13-65AD-45ED-51A32B020977}"/>
          </ac:cxnSpMkLst>
        </pc:cxnChg>
        <pc:cxnChg chg="add mod">
          <ac:chgData name="Martin Lautenschläger" userId="S::mlaut@sdu.dk::8dcc64af-d7fc-4e29-96ab-0157138e4ca1" providerId="AD" clId="Web-{C70CD6EA-2128-0C68-20E2-0A338EFA710D}" dt="2026-07-10T08:09:37.962" v="163" actId="1076"/>
          <ac:cxnSpMkLst>
            <pc:docMk/>
            <pc:sldMk cId="1477219187" sldId="267"/>
            <ac:cxnSpMk id="16" creationId="{94863F01-7960-12C9-A5CB-FFC8B69D11A7}"/>
          </ac:cxnSpMkLst>
        </pc:cxnChg>
      </pc:sldChg>
      <pc:sldChg chg="addSp delSp">
        <pc:chgData name="Martin Lautenschläger" userId="S::mlaut@sdu.dk::8dcc64af-d7fc-4e29-96ab-0157138e4ca1" providerId="AD" clId="Web-{C70CD6EA-2128-0C68-20E2-0A338EFA710D}" dt="2026-07-10T08:10:55.777" v="209"/>
        <pc:sldMkLst>
          <pc:docMk/>
          <pc:sldMk cId="847978807" sldId="268"/>
        </pc:sldMkLst>
        <pc:picChg chg="add">
          <ac:chgData name="Martin Lautenschläger" userId="S::mlaut@sdu.dk::8dcc64af-d7fc-4e29-96ab-0157138e4ca1" providerId="AD" clId="Web-{C70CD6EA-2128-0C68-20E2-0A338EFA710D}" dt="2026-07-10T08:10:48.198" v="202"/>
          <ac:picMkLst>
            <pc:docMk/>
            <pc:sldMk cId="847978807" sldId="268"/>
            <ac:picMk id="5" creationId="{89F107C9-8836-0101-9215-78C8D3065EED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48.214" v="203"/>
          <ac:picMkLst>
            <pc:docMk/>
            <pc:sldMk cId="847978807" sldId="268"/>
            <ac:picMk id="7" creationId="{7431876C-3A31-BBF1-40A4-E78241DFEE7D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48.214" v="204"/>
          <ac:picMkLst>
            <pc:docMk/>
            <pc:sldMk cId="847978807" sldId="268"/>
            <ac:picMk id="9" creationId="{BAABF773-4677-48EE-D1A5-BDE6E82940C3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0:48.230" v="205"/>
          <ac:cxnSpMkLst>
            <pc:docMk/>
            <pc:sldMk cId="847978807" sldId="268"/>
            <ac:cxnSpMk id="11" creationId="{4A2A9E4B-AD32-5E98-ABD1-EE6A4FE88B04}"/>
          </ac:cxnSpMkLst>
        </pc:cxnChg>
      </pc:sldChg>
      <pc:sldChg chg="addSp delSp">
        <pc:chgData name="Martin Lautenschläger" userId="S::mlaut@sdu.dk::8dcc64af-d7fc-4e29-96ab-0157138e4ca1" providerId="AD" clId="Web-{C70CD6EA-2128-0C68-20E2-0A338EFA710D}" dt="2026-07-10T08:10:27.385" v="187"/>
        <pc:sldMkLst>
          <pc:docMk/>
          <pc:sldMk cId="2010433490" sldId="269"/>
        </pc:sldMkLst>
        <pc:picChg chg="add">
          <ac:chgData name="Martin Lautenschläger" userId="S::mlaut@sdu.dk::8dcc64af-d7fc-4e29-96ab-0157138e4ca1" providerId="AD" clId="Web-{C70CD6EA-2128-0C68-20E2-0A338EFA710D}" dt="2026-07-10T08:10:23.573" v="181"/>
          <ac:picMkLst>
            <pc:docMk/>
            <pc:sldMk cId="2010433490" sldId="269"/>
            <ac:picMk id="5" creationId="{048015F5-E52E-552F-E365-E6BF4649A861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23.588" v="182"/>
          <ac:picMkLst>
            <pc:docMk/>
            <pc:sldMk cId="2010433490" sldId="269"/>
            <ac:picMk id="8" creationId="{911D06F9-2C5D-5CB4-815A-0B099E8C7A06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23.604" v="183"/>
          <ac:picMkLst>
            <pc:docMk/>
            <pc:sldMk cId="2010433490" sldId="269"/>
            <ac:picMk id="10" creationId="{A9FE6C2B-2E64-E4F0-887B-F73C28A7107F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0:23.619" v="185"/>
          <ac:cxnSpMkLst>
            <pc:docMk/>
            <pc:sldMk cId="2010433490" sldId="269"/>
            <ac:cxnSpMk id="14" creationId="{EF923F1D-C8DA-9B73-802F-49BBA887E725}"/>
          </ac:cxnSpMkLst>
        </pc:cxnChg>
        <pc:cxnChg chg="add">
          <ac:chgData name="Martin Lautenschläger" userId="S::mlaut@sdu.dk::8dcc64af-d7fc-4e29-96ab-0157138e4ca1" providerId="AD" clId="Web-{C70CD6EA-2128-0C68-20E2-0A338EFA710D}" dt="2026-07-10T08:10:23.619" v="186"/>
          <ac:cxnSpMkLst>
            <pc:docMk/>
            <pc:sldMk cId="2010433490" sldId="269"/>
            <ac:cxnSpMk id="16" creationId="{9209C557-F8D4-53E3-F138-524627B34873}"/>
          </ac:cxnSpMkLst>
        </pc:cxnChg>
      </pc:sldChg>
      <pc:sldChg chg="addSp delSp">
        <pc:chgData name="Martin Lautenschläger" userId="S::mlaut@sdu.dk::8dcc64af-d7fc-4e29-96ab-0157138e4ca1" providerId="AD" clId="Web-{C70CD6EA-2128-0C68-20E2-0A338EFA710D}" dt="2026-07-10T08:10:38.636" v="194"/>
        <pc:sldMkLst>
          <pc:docMk/>
          <pc:sldMk cId="390035017" sldId="270"/>
        </pc:sldMkLst>
        <pc:picChg chg="add">
          <ac:chgData name="Martin Lautenschläger" userId="S::mlaut@sdu.dk::8dcc64af-d7fc-4e29-96ab-0157138e4ca1" providerId="AD" clId="Web-{C70CD6EA-2128-0C68-20E2-0A338EFA710D}" dt="2026-07-10T08:10:33.057" v="188"/>
          <ac:picMkLst>
            <pc:docMk/>
            <pc:sldMk cId="390035017" sldId="270"/>
            <ac:picMk id="5" creationId="{E4A86964-7CB1-7C75-86EA-12612116C782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33.073" v="189"/>
          <ac:picMkLst>
            <pc:docMk/>
            <pc:sldMk cId="390035017" sldId="270"/>
            <ac:picMk id="8" creationId="{4B1E4A80-E5CF-91AA-0DB0-A685356D7EA9}"/>
          </ac:picMkLst>
        </pc:picChg>
        <pc:picChg chg="add">
          <ac:chgData name="Martin Lautenschläger" userId="S::mlaut@sdu.dk::8dcc64af-d7fc-4e29-96ab-0157138e4ca1" providerId="AD" clId="Web-{C70CD6EA-2128-0C68-20E2-0A338EFA710D}" dt="2026-07-10T08:10:33.073" v="190"/>
          <ac:picMkLst>
            <pc:docMk/>
            <pc:sldMk cId="390035017" sldId="270"/>
            <ac:picMk id="10" creationId="{78BDCFC2-629D-6A7B-C0A9-2C03A24D07A6}"/>
          </ac:picMkLst>
        </pc:picChg>
        <pc:cxnChg chg="add">
          <ac:chgData name="Martin Lautenschläger" userId="S::mlaut@sdu.dk::8dcc64af-d7fc-4e29-96ab-0157138e4ca1" providerId="AD" clId="Web-{C70CD6EA-2128-0C68-20E2-0A338EFA710D}" dt="2026-07-10T08:10:33.089" v="192"/>
          <ac:cxnSpMkLst>
            <pc:docMk/>
            <pc:sldMk cId="390035017" sldId="270"/>
            <ac:cxnSpMk id="14" creationId="{9745820E-26A9-363C-F1B2-79B358C85FA1}"/>
          </ac:cxnSpMkLst>
        </pc:cxnChg>
        <pc:cxnChg chg="add">
          <ac:chgData name="Martin Lautenschläger" userId="S::mlaut@sdu.dk::8dcc64af-d7fc-4e29-96ab-0157138e4ca1" providerId="AD" clId="Web-{C70CD6EA-2128-0C68-20E2-0A338EFA710D}" dt="2026-07-10T08:10:33.089" v="193"/>
          <ac:cxnSpMkLst>
            <pc:docMk/>
            <pc:sldMk cId="390035017" sldId="270"/>
            <ac:cxnSpMk id="16" creationId="{59C9D879-2D72-63CA-9B2F-0E4F4FC02EE7}"/>
          </ac:cxnSpMkLst>
        </pc:cxnChg>
      </pc:sldChg>
      <pc:sldChg chg="addSp delSp modSp add replId">
        <pc:chgData name="Martin Lautenschläger" userId="S::mlaut@sdu.dk::8dcc64af-d7fc-4e29-96ab-0157138e4ca1" providerId="AD" clId="Web-{C70CD6EA-2128-0C68-20E2-0A338EFA710D}" dt="2026-07-10T08:08:30.772" v="151" actId="1076"/>
        <pc:sldMkLst>
          <pc:docMk/>
          <pc:sldMk cId="612963935" sldId="272"/>
        </pc:sldMkLst>
        <pc:spChg chg="add del mod">
          <ac:chgData name="Martin Lautenschläger" userId="S::mlaut@sdu.dk::8dcc64af-d7fc-4e29-96ab-0157138e4ca1" providerId="AD" clId="Web-{C70CD6EA-2128-0C68-20E2-0A338EFA710D}" dt="2026-07-10T08:08:12.334" v="145" actId="20577"/>
          <ac:spMkLst>
            <pc:docMk/>
            <pc:sldMk cId="612963935" sldId="272"/>
            <ac:spMk id="5" creationId="{5C23D962-76F2-F960-A6BB-35D54F4BE371}"/>
          </ac:spMkLst>
        </pc:spChg>
        <pc:picChg chg="add mod">
          <ac:chgData name="Martin Lautenschläger" userId="S::mlaut@sdu.dk::8dcc64af-d7fc-4e29-96ab-0157138e4ca1" providerId="AD" clId="Web-{C70CD6EA-2128-0C68-20E2-0A338EFA710D}" dt="2026-07-10T08:08:21.647" v="148" actId="1076"/>
          <ac:picMkLst>
            <pc:docMk/>
            <pc:sldMk cId="612963935" sldId="272"/>
            <ac:picMk id="7" creationId="{499D7316-2AA7-0D60-F2CA-A3ED7246807B}"/>
          </ac:picMkLst>
        </pc:picChg>
        <pc:picChg chg="add mod">
          <ac:chgData name="Martin Lautenschläger" userId="S::mlaut@sdu.dk::8dcc64af-d7fc-4e29-96ab-0157138e4ca1" providerId="AD" clId="Web-{C70CD6EA-2128-0C68-20E2-0A338EFA710D}" dt="2026-07-10T08:08:30.772" v="151" actId="1076"/>
          <ac:picMkLst>
            <pc:docMk/>
            <pc:sldMk cId="612963935" sldId="272"/>
            <ac:picMk id="8" creationId="{50BF932B-7D79-5202-925C-0C6216D4B02C}"/>
          </ac:picMkLst>
        </pc:picChg>
        <pc:picChg chg="add mod">
          <ac:chgData name="Martin Lautenschläger" userId="S::mlaut@sdu.dk::8dcc64af-d7fc-4e29-96ab-0157138e4ca1" providerId="AD" clId="Web-{C70CD6EA-2128-0C68-20E2-0A338EFA710D}" dt="2026-07-10T08:08:24.522" v="149" actId="1076"/>
          <ac:picMkLst>
            <pc:docMk/>
            <pc:sldMk cId="612963935" sldId="272"/>
            <ac:picMk id="9" creationId="{9F9151B4-1EBE-CD94-B63A-4571E34AB7E6}"/>
          </ac:picMkLst>
        </pc:picChg>
      </pc:sldChg>
    </pc:docChg>
  </pc:docChgLst>
  <pc:docChgLst>
    <pc:chgData name="Martin Lautenschläger" userId="S::mlaut@sdu.dk::8dcc64af-d7fc-4e29-96ab-0157138e4ca1" providerId="AD" clId="Web-{320896F3-280C-7291-86EB-046F145FB806}"/>
    <pc:docChg chg="modSld">
      <pc:chgData name="Martin Lautenschläger" userId="S::mlaut@sdu.dk::8dcc64af-d7fc-4e29-96ab-0157138e4ca1" providerId="AD" clId="Web-{320896F3-280C-7291-86EB-046F145FB806}" dt="2026-07-10T08:42:11.838" v="11" actId="1076"/>
      <pc:docMkLst>
        <pc:docMk/>
      </pc:docMkLst>
      <pc:sldChg chg="modSp">
        <pc:chgData name="Martin Lautenschläger" userId="S::mlaut@sdu.dk::8dcc64af-d7fc-4e29-96ab-0157138e4ca1" providerId="AD" clId="Web-{320896F3-280C-7291-86EB-046F145FB806}" dt="2026-07-10T08:42:11.838" v="11" actId="1076"/>
        <pc:sldMkLst>
          <pc:docMk/>
          <pc:sldMk cId="2657679431" sldId="258"/>
        </pc:sldMkLst>
        <pc:picChg chg="mod">
          <ac:chgData name="Martin Lautenschläger" userId="S::mlaut@sdu.dk::8dcc64af-d7fc-4e29-96ab-0157138e4ca1" providerId="AD" clId="Web-{320896F3-280C-7291-86EB-046F145FB806}" dt="2026-07-10T08:42:11.838" v="11" actId="1076"/>
          <ac:picMkLst>
            <pc:docMk/>
            <pc:sldMk cId="2657679431" sldId="258"/>
            <ac:picMk id="6" creationId="{1A4FBF84-4897-BCCF-270B-DA7448BA382B}"/>
          </ac:picMkLst>
        </pc:picChg>
      </pc:sldChg>
      <pc:sldChg chg="modSp">
        <pc:chgData name="Martin Lautenschläger" userId="S::mlaut@sdu.dk::8dcc64af-d7fc-4e29-96ab-0157138e4ca1" providerId="AD" clId="Web-{320896F3-280C-7291-86EB-046F145FB806}" dt="2026-07-10T08:36:24.416" v="10" actId="20577"/>
        <pc:sldMkLst>
          <pc:docMk/>
          <pc:sldMk cId="612963935" sldId="272"/>
        </pc:sldMkLst>
        <pc:spChg chg="mod">
          <ac:chgData name="Martin Lautenschläger" userId="S::mlaut@sdu.dk::8dcc64af-d7fc-4e29-96ab-0157138e4ca1" providerId="AD" clId="Web-{320896F3-280C-7291-86EB-046F145FB806}" dt="2026-07-10T08:36:24.416" v="10" actId="20577"/>
          <ac:spMkLst>
            <pc:docMk/>
            <pc:sldMk cId="612963935" sldId="272"/>
            <ac:spMk id="5" creationId="{5C23D962-76F2-F960-A6BB-35D54F4BE37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3T09:44:5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5274 3884 16383 0 0,'0'4'0'0'0,"0"6"0"0"0,0 4 0 0 0,5 1 0 0 0,0 2 0 0 0,0 1 0 0 0,-1 3 0 0 0,-1 1 0 0 0,-1 1 0 0 0,-1 1 0 0 0,0 0 0 0 0,-1 1 0 0 0,-1-1 0 0 0,1 1 0 0 0,0-1 0 0 0,0 4 0 0 0,0 2 0 0 0,0-1 0 0 0,-1-1 0 0 0,1-1 0 0 0,0-1 0 0 0,0-1 0 0 0,0 0 0 0 0,1 3 0 0 0,-1 5 0 0 0,0 2 0 0 0,0 2 0 0 0,0 3 0 0 0,0 0 0 0 0,0-4 0 0 0,0-3 0 0 0,0 0 0 0 0,0-1 0 0 0,0-2 0 0 0,0-2 0 0 0,0-1 0 0 0,0 2 0 0 0,0 1 0 0 0,0-1 0 0 0,0-1 0 0 0,0 3 0 0 0,0 0 0 0 0,0-1 0 0 0,0-2 0 0 0,0 3 0 0 0,0 4 0 0 0,0 9 0 0 0,0 0 0 0 0,0-2 0 0 0,0-1 0 0 0,0-3 0 0 0,0-4 0 0 0,0-4 0 0 0,0-2 0 0 0,0-3 0 0 0,0-1 0 0 0,0 0 0 0 0,0 3 0 0 0,0 2 0 0 0,0 0 0 0 0,-5-6 0 0 0,0-1 0 0 0,0-2 0 0 0,1 1 0 0 0,1 1 0 0 0,1 0 0 0 0,1 1 0 0 0,0 8 0 0 0,-3 8 0 0 0,-1 1 0 0 0,-4 6 0 0 0,0 7 0 0 0,-3 4 0 0 0,0-1 0 0 0,3 3 0 0 0,-1-1 0 0 0,0 3 0 0 0,3-2 0 0 0,2-6 0 0 0,2-8 0 0 0,2-8 0 0 0,0-6 0 0 0,1-4 0 0 0,1-3 0 0 0,-1-1 0 0 0,-4 4 0 0 0,-1 5 0 0 0,0 1 0 0 0,1 8 0 0 0,1 1 0 0 0,2 5 0 0 0,0 7 0 0 0,0-2 0 0 0,1-1 0 0 0,0 3 0 0 0,1 1 0 0 0,-1-6 0 0 0,0-6 0 0 0,0 1 0 0 0,0 2 0 0 0,0 0 0 0 0,0-2 0 0 0,0-5 0 0 0,0-2 0 0 0,0-2 0 0 0,0 1 0 0 0,0 2 0 0 0,4-5 0 0 0,2 0 0 0 0,-1-1 0 0 0,-1 5 0 0 0,-1 6 0 0 0,-1 7 0 0 0,-1 3 0 0 0,-1 5 0 0 0,4 6 0 0 0,2-1 0 0 0,-1 1 0 0 0,-1 2 0 0 0,2 3 0 0 0,2-7 0 0 0,2-2 0 0 0,4 2 0 0 0,-1-2 0 0 0,-2 1 0 0 0,-3 3 0 0 0,1-6 0 0 0,0 0 0 0 0,-3 2 0 0 0,2 7 0 0 0,4 1 0 0 0,0 5 0 0 0,-2 2 0 0 0,-3 5 0 0 0,2-3 0 0 0,-2-3 0 0 0,4-1 0 0 0,-2-9 0 0 0,-1-3 0 0 0,-2-4 0 0 0,-3-8 0 0 0,-1 1 0 0 0,-1-5 0 0 0,-1-1 0 0 0,-1 0 0 0 0,1 0 0 0 0,0-3 0 0 0,-1-4 0 0 0,1 0 0 0 0,0-3 0 0 0,0-15 0 0 0,0-11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3T09:44:5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5916 4307 16383 0 0,'4'0'0'0'0,"6"0"0"0"0,9 0 0 0 0,9 0 0 0 0,13 0 0 0 0,15 0 0 0 0,15 0 0 0 0,19 0 0 0 0,16 0 0 0 0,13 0 0 0 0,8 0 0 0 0,15 0 0 0 0,-1 5 0 0 0,-4 0 0 0 0,-8 0 0 0 0,-11-1 0 0 0,-12-1 0 0 0,-16-1 0 0 0,-20-1 0 0 0,-17 0 0 0 0,-18-1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3T09:44:5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5853 6107 16383 0 0,'4'0'0'0'0,"9"0"0"0"0,7 0 0 0 0,13 0 0 0 0,12 0 0 0 0,7 0 0 0 0,11 0 0 0 0,11 0 0 0 0,9 0 0 0 0,4 0 0 0 0,-2 0 0 0 0,-3 0 0 0 0,-11 0 0 0 0,-13 0 0 0 0,-9 0 0 0 0,-8 0 0 0 0,-8 0 0 0 0,-4 0 0 0 0,-4 0 0 0 0,-2 0 0 0 0,0 0 0 0 0,-1 0 0 0 0,0 0 0 0 0,1 0 0 0 0,1 0 0 0 0,-1 0 0 0 0,1 0 0 0 0,0 0 0 0 0,0 0 0 0 0,0 0 0 0 0,1 0 0 0 0,-1 0 0 0 0,-4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3T09:44:5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6488 3270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23T09:44:5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6985 11600 16383 0 0,'0'-4'0'0'0,"-4"-2"0"0"0,-5-3 0 0 0,-10-9 0 0 0,-10-9 0 0 0,1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28236-4A56-752F-9C8C-ECF2339C8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61DCBF-196D-5441-B29B-FAA15FE36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982E5-0F5D-2615-063C-E1900D6B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1A18A0-938F-BCEC-6A57-45807A75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F91548-0C14-0FD6-8768-B30EA123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05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E6832-868B-7B5B-4226-1CB1BEA6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7A091E-38F6-CE7F-5E7E-EF1DA216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3DE068-4388-6DFA-FAB3-EB3AD59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58758-5C6E-5C5C-EE90-08A4ED39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FCD359-2FD3-C13E-9181-E2AB4782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67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EAC9C-57F3-E91B-DF01-9BFB7E50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E7E8C2-AA08-70BB-1FAC-C0AB074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698A7C-3381-1F8B-3B0E-4E069BE8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EF8C4E-2026-D04E-5ABF-FF046709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1CC93D-C404-A2BB-4D95-C4C0AE1B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241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F7FFE-401B-FD34-F19E-8584F19D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D9B39F-8378-BCD9-36BE-174744DDD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152711-7860-019C-E52F-754294E7C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20458B-4D95-EC8E-20F9-D39BF7C1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EE2A8F-B509-D6B6-3A57-00E1240C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9D28D0-7249-43E1-CA06-AD768E8C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94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9F7F79-3332-CD81-77EB-157E7879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AB5D0A-C75E-9692-D4DC-6E07B812B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8428D3-6346-5AA3-B19C-C85BF590B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DB33FD-4C8B-9126-7F21-45633A17D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B501AB-42B2-51A5-E630-3A67B2601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580C7BB-4184-3909-1A73-DD77FFE4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03A6AE-7C0E-38EE-6343-64CF9B7A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F76AD0-E724-427B-05BB-50BEFB7A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561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0CDB6-8EDF-CFB2-F928-3CB75792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22A3AD-B559-ADDC-1ECB-34A086E3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179CD7-BF1C-0518-B887-5363F8A9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0BDF4A-4D82-F59E-6D87-ACDE2916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98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9DA4CD-A2D5-5F24-CCD0-76BC833F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C0EFD4-65A5-FAA2-D186-24925FB0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1D443A-6AD0-2B8A-DBF9-9B89271A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37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76D2C-FAB0-B337-1055-8070A4E6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9F20A4-6C8E-9042-C109-79C76964E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D670A6-6E13-3E9A-7196-1F11F525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9073D2-A999-1A5C-6E42-0D2E85E5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E3C225-B9E7-2511-1AC8-4FE6AB68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ABE2E2-21BA-7C4E-EB63-5CB28FDC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25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4B13B-8E17-1EA7-ECB9-F14BD7A9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D8379C7-CAFD-08E6-64B9-6BBA50914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07D76A-1705-DC3A-2535-C5B0C2C9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BA435E-8EC6-D357-04EB-737D7C84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B3109-ED8C-A4C0-8E43-027AEABF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A064C7-5A44-1881-CEBB-A80BD96F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77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CFD35-49BB-FB38-F578-86D94C4B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278ACE-AC24-BD83-73F2-D48808AB1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EF7F8B-9540-EF83-5D97-143FA30D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BC8DD3-4377-38BF-B71A-5D5BEDC3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ACBE7C-F30D-CBF5-5AE8-BF8A5735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76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8144C8-E420-4A14-9A2E-FB319A0C7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7A82C4-08C0-6559-A569-6CC9498E1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575063-5CC1-E06F-7CDB-79772B9C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08F39F-3FEB-1B11-5ECE-1EF509C3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FCEC66-4A3E-E90B-C544-331255CF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29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1F0B34D-0088-83CA-AC5E-93D0BEFF0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A1DE71-4470-8C31-AC9E-C02F6135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C491BA-4CFB-B57D-AC41-6DC8BD0F6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F0CAF-414C-4E39-B97D-01C70ED44220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504DC-55D4-1884-2A9C-A0973412D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2E25BA-D2A4-0B8B-B51F-C76D0831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6BF3-A33D-4D8C-A4FB-923EBCA85E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366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4.xml"/><Relationship Id="rId3" Type="http://schemas.openxmlformats.org/officeDocument/2006/relationships/image" Target="../media/image8.png"/><Relationship Id="rId7" Type="http://schemas.openxmlformats.org/officeDocument/2006/relationships/customXml" Target="../ink/ink1.xml"/><Relationship Id="rId12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customXml" Target="../ink/ink2.xml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.png"/><Relationship Id="rId3" Type="http://schemas.microsoft.com/office/2007/relationships/media" Target="../media/media4.mp4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image" Target="../media/image22.png"/><Relationship Id="rId5" Type="http://schemas.microsoft.com/office/2007/relationships/media" Target="../media/media5.mp4"/><Relationship Id="rId10" Type="http://schemas.openxmlformats.org/officeDocument/2006/relationships/image" Target="../media/image21.png"/><Relationship Id="rId4" Type="http://schemas.openxmlformats.org/officeDocument/2006/relationships/video" Target="../media/media4.mp4"/><Relationship Id="rId9" Type="http://schemas.openxmlformats.org/officeDocument/2006/relationships/image" Target="../media/image20.png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40.png"/><Relationship Id="rId4" Type="http://schemas.openxmlformats.org/officeDocument/2006/relationships/image" Target="../media/image24.png"/><Relationship Id="rId9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28.png"/><Relationship Id="rId5" Type="http://schemas.openxmlformats.org/officeDocument/2006/relationships/hyperlink" Target="http://arxiv.org/abs/2205.00686" TargetMode="External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hyperlink" Target="https://www.hindawi.com/journals/geofluids/2021/5668743/" TargetMode="External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8AD4ED-D0D7-381C-4C6D-DB191D915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MicTherm</a:t>
            </a:r>
            <a:r>
              <a:rPr lang="de-DE" dirty="0"/>
              <a:t> – LBM Coupling Idea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DB3B09-1192-DCF7-38A4-F05ED76E9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5196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4047D-10CA-C2AA-EECE-37740E10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466B87-0C05-CD0E-3C58-272139B6A8F2}"/>
              </a:ext>
            </a:extLst>
          </p:cNvPr>
          <p:cNvSpPr txBox="1"/>
          <p:nvPr/>
        </p:nvSpPr>
        <p:spPr>
          <a:xfrm>
            <a:off x="835154" y="1526229"/>
            <a:ext cx="1115988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/>
              <a:t>3 relevant model parameters (non-physical): A, alpha, and kappa</a:t>
            </a:r>
          </a:p>
          <a:p>
            <a:pPr marL="285750" indent="-285750" algn="just">
              <a:buFont typeface="Arial"/>
              <a:buChar char="•"/>
            </a:pPr>
            <a:r>
              <a:rPr lang="en-US"/>
              <a:t>A, alpha: determine phase densities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/>
              <a:t>kappa: determines surface tension</a:t>
            </a:r>
            <a:endParaRPr lang="en-US" dirty="0"/>
          </a:p>
          <a:p>
            <a:r>
              <a:rPr lang="en-US"/>
              <a:t>  -&gt; determine dependencies: A(T), alpha(T), kappa(T) for each </a:t>
            </a:r>
            <a:r>
              <a:rPr lang="en-US">
                <a:ea typeface="+mn-lt"/>
                <a:cs typeface="+mn-lt"/>
              </a:rPr>
              <a:t>system </a:t>
            </a:r>
            <a:r>
              <a:rPr lang="en-US" dirty="0">
                <a:ea typeface="+mn-lt"/>
                <a:cs typeface="+mn-lt"/>
              </a:rPr>
              <a:t>of substances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43811-B3E1-7432-E228-2E7C0D523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2938462"/>
            <a:ext cx="4873625" cy="494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FBF84-4897-BCCF-270B-DA7448BA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96" y="3426000"/>
            <a:ext cx="2493787" cy="993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8C8B87-F655-3B56-0363-B95544EB1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4713287"/>
            <a:ext cx="4566356" cy="131198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16D7BA-900F-7140-3FD0-578922DD9FA3}"/>
              </a:ext>
            </a:extLst>
          </p:cNvPr>
          <p:cNvSpPr/>
          <p:nvPr/>
        </p:nvSpPr>
        <p:spPr>
          <a:xfrm>
            <a:off x="2599880" y="3033404"/>
            <a:ext cx="317449" cy="307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120929-9ED4-90F0-2C36-02386D609B71}"/>
              </a:ext>
            </a:extLst>
          </p:cNvPr>
          <p:cNvSpPr/>
          <p:nvPr/>
        </p:nvSpPr>
        <p:spPr>
          <a:xfrm>
            <a:off x="4314380" y="3033404"/>
            <a:ext cx="317449" cy="307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55EA4D-173A-EBAB-82E2-5D20CB510D1C}"/>
              </a:ext>
            </a:extLst>
          </p:cNvPr>
          <p:cNvSpPr/>
          <p:nvPr/>
        </p:nvSpPr>
        <p:spPr>
          <a:xfrm>
            <a:off x="2712769" y="3527293"/>
            <a:ext cx="190450" cy="307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1E4AA4-E014-8FD4-BE0A-082CEAE6D436}"/>
              </a:ext>
            </a:extLst>
          </p:cNvPr>
          <p:cNvSpPr/>
          <p:nvPr/>
        </p:nvSpPr>
        <p:spPr>
          <a:xfrm>
            <a:off x="2317658" y="4105848"/>
            <a:ext cx="190450" cy="307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0E5F5F-3E77-790D-3841-A432C0C2E9A7}"/>
              </a:ext>
            </a:extLst>
          </p:cNvPr>
          <p:cNvSpPr/>
          <p:nvPr/>
        </p:nvSpPr>
        <p:spPr>
          <a:xfrm>
            <a:off x="1971935" y="4924293"/>
            <a:ext cx="169283" cy="307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7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527F-8B30-24C1-8BA7-FF009162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C1530-D527-7553-FCB0-4EDAEAF5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C23D962-76F2-F960-A6BB-35D54F4BE371}"/>
              </a:ext>
            </a:extLst>
          </p:cNvPr>
          <p:cNvSpPr txBox="1"/>
          <p:nvPr/>
        </p:nvSpPr>
        <p:spPr>
          <a:xfrm>
            <a:off x="835154" y="1526229"/>
            <a:ext cx="11159883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/>
              <a:t>Model considers primarily density and surface tension effects, (and viscosity) (as function of T) </a:t>
            </a:r>
          </a:p>
          <a:p>
            <a:pPr marL="285750" indent="-285750" algn="just">
              <a:buFont typeface="Arial"/>
              <a:buChar char="•"/>
            </a:pPr>
            <a:r>
              <a:rPr lang="en-US"/>
              <a:t>Potential benchmark cases should/could consider </a:t>
            </a:r>
            <a:endParaRPr lang="en-US" dirty="0"/>
          </a:p>
          <a:p>
            <a:pPr marL="742950" lvl="1" indent="-285750" algn="just">
              <a:buFont typeface="Courier New"/>
              <a:buChar char="o"/>
            </a:pPr>
            <a:r>
              <a:rPr lang="en-US"/>
              <a:t>One component with coexisting phases</a:t>
            </a:r>
            <a:endParaRPr lang="en-US" dirty="0"/>
          </a:p>
          <a:p>
            <a:pPr marL="742950" lvl="1" indent="-285750" algn="just">
              <a:buFont typeface="Courier New"/>
              <a:buChar char="o"/>
            </a:pPr>
            <a:endParaRPr lang="en-US" dirty="0"/>
          </a:p>
          <a:p>
            <a:pPr marL="742950" lvl="1" indent="-285750" algn="just">
              <a:buFont typeface="Courier New"/>
              <a:buChar char="o"/>
            </a:pPr>
            <a:r>
              <a:rPr lang="en-US"/>
              <a:t>Flow effects</a:t>
            </a:r>
            <a:endParaRPr lang="en-US" dirty="0"/>
          </a:p>
          <a:p>
            <a:pPr marL="742950" lvl="1" indent="-285750" algn="just">
              <a:buFont typeface="Courier New"/>
              <a:buChar char="o"/>
            </a:pPr>
            <a:endParaRPr lang="en-US" dirty="0"/>
          </a:p>
          <a:p>
            <a:pPr marL="742950" lvl="1" indent="-285750" algn="just">
              <a:buFont typeface="Courier New"/>
              <a:buChar char="o"/>
            </a:pPr>
            <a:r>
              <a:rPr lang="en-US"/>
              <a:t>Thermal effects</a:t>
            </a:r>
          </a:p>
          <a:p>
            <a:pPr marL="742950" lvl="1" indent="-285750" algn="just">
              <a:buFont typeface="Courier New"/>
              <a:buChar char="o"/>
            </a:pPr>
            <a:endParaRPr lang="en-US" dirty="0"/>
          </a:p>
          <a:p>
            <a:pPr marL="742950" lvl="1" indent="-285750" algn="just">
              <a:buFont typeface="Courier New"/>
              <a:buChar char="o"/>
            </a:pPr>
            <a:r>
              <a:rPr lang="en-US"/>
              <a:t>Interaction with solids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D7316-2AA7-0D60-F2CA-A3ED72468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5" y="2982736"/>
            <a:ext cx="709084" cy="709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BF932B-7D79-5202-925C-0C6216D4B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903" y="3691289"/>
            <a:ext cx="772584" cy="512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9151B4-1EBE-CD94-B63A-4571E34AB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5" y="2312458"/>
            <a:ext cx="829028" cy="82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6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A7A7-2B0D-2E5A-CB66-EE14A24B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52B9C-C5E1-426B-09A0-68660D47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Thermodynamic Consistency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21BF9F-254E-237C-8A87-75BD5932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4" y="1690688"/>
            <a:ext cx="2688640" cy="235189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85F2C82-8438-EEE8-C3D3-B205AF17745F}"/>
              </a:ext>
            </a:extLst>
          </p:cNvPr>
          <p:cNvSpPr txBox="1"/>
          <p:nvPr/>
        </p:nvSpPr>
        <p:spPr>
          <a:xfrm>
            <a:off x="3890210" y="1864896"/>
            <a:ext cx="647499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dirty="0"/>
              <a:t>Idea: Benchmark of A(T), alpha(T), and kappa(T) using Laplace scenario (liquid droplet in </a:t>
            </a:r>
            <a:r>
              <a:rPr lang="en-US" dirty="0" err="1"/>
              <a:t>coexisiting</a:t>
            </a:r>
            <a:r>
              <a:rPr lang="en-US" dirty="0"/>
              <a:t> vapor).</a:t>
            </a:r>
          </a:p>
          <a:p>
            <a:pPr algn="just"/>
            <a:r>
              <a:rPr lang="en-US" dirty="0"/>
              <a:t>Comparison of coexistence densities vs. </a:t>
            </a:r>
            <a:r>
              <a:rPr lang="en-US" dirty="0" err="1"/>
              <a:t>T_red</a:t>
            </a:r>
            <a:r>
              <a:rPr lang="en-US" dirty="0"/>
              <a:t> derived from LB simulations with predictions from the Maxwell construction for Van der Waals (and </a:t>
            </a:r>
            <a:r>
              <a:rPr lang="en-US" dirty="0" err="1"/>
              <a:t>Carnhan</a:t>
            </a:r>
            <a:r>
              <a:rPr lang="en-US" dirty="0"/>
              <a:t>-Starling (CS))  from </a:t>
            </a:r>
            <a:r>
              <a:rPr lang="en-US" dirty="0" err="1"/>
              <a:t>MicTherm</a:t>
            </a:r>
            <a:r>
              <a:rPr lang="en-US" dirty="0"/>
              <a:t> </a:t>
            </a:r>
            <a:endParaRPr lang="en-US"/>
          </a:p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0AB694F-197D-5F5A-5E78-193E9C2A9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8" r="-1"/>
          <a:stretch/>
        </p:blipFill>
        <p:spPr>
          <a:xfrm>
            <a:off x="415090" y="4253873"/>
            <a:ext cx="5143500" cy="231238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3992EE8-2188-6CEF-A151-2300F493BF94}"/>
              </a:ext>
            </a:extLst>
          </p:cNvPr>
          <p:cNvSpPr txBox="1"/>
          <p:nvPr/>
        </p:nvSpPr>
        <p:spPr>
          <a:xfrm>
            <a:off x="3940342" y="3315778"/>
            <a:ext cx="4172424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</a:t>
            </a:r>
            <a:r>
              <a:rPr lang="en-US" sz="1400" baseline="30000" dirty="0"/>
              <a:t>[1]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(CS)</a:t>
            </a:r>
          </a:p>
          <a:p>
            <a:r>
              <a:rPr lang="en-US" sz="1400" dirty="0"/>
              <a:t>Aggregate: liquid + gas</a:t>
            </a:r>
          </a:p>
          <a:p>
            <a:r>
              <a:rPr lang="en-US" sz="1400" dirty="0"/>
              <a:t>Thermal: constant, homogeneous </a:t>
            </a:r>
            <a:r>
              <a:rPr lang="en-US" sz="1400"/>
              <a:t>temperature field</a:t>
            </a:r>
            <a:endParaRPr lang="en-US" sz="1400" dirty="0"/>
          </a:p>
          <a:p>
            <a:r>
              <a:rPr lang="en-US" sz="1400" dirty="0"/>
              <a:t>Scenario: </a:t>
            </a:r>
            <a:r>
              <a:rPr lang="en-US" sz="1400"/>
              <a:t>available</a:t>
            </a:r>
            <a:endParaRPr lang="en-US" sz="1400" dirty="0"/>
          </a:p>
        </p:txBody>
      </p:sp>
      <p:sp>
        <p:nvSpPr>
          <p:cNvPr id="9" name="Textfeld 9">
            <a:extLst>
              <a:ext uri="{FF2B5EF4-FFF2-40B4-BE49-F238E27FC236}">
                <a16:creationId xmlns:a16="http://schemas.microsoft.com/office/drawing/2014/main" id="{2BFE0CB8-4A95-BE59-8A0B-C5C6FD2BE941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https://pubs.aip.org/pof/article/18/4/042101/915484/Equations-of-state-in-a-lattice-Boltzmann-model.	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DF3C6-AEA0-DA7D-4B75-61F9D4316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1" name="Picture 10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44945FBE-1BC7-E0E0-087F-A7E5BE309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39CEC5-3C9E-BB06-016F-B0150DFACE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EA28E7-531C-FFD2-76DF-7D9E10345638}"/>
              </a:ext>
            </a:extLst>
          </p:cNvPr>
          <p:cNvCxnSpPr/>
          <p:nvPr/>
        </p:nvCxnSpPr>
        <p:spPr>
          <a:xfrm flipV="1">
            <a:off x="8186358" y="182773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D011A0-DA13-65AD-45ED-51A32B020977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863F01-7960-12C9-A5CB-FFC8B69D11A7}"/>
              </a:ext>
            </a:extLst>
          </p:cNvPr>
          <p:cNvCxnSpPr>
            <a:cxnSpLocks/>
          </p:cNvCxnSpPr>
          <p:nvPr/>
        </p:nvCxnSpPr>
        <p:spPr>
          <a:xfrm flipV="1">
            <a:off x="10319957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E1D0AF-1456-04E8-3606-A585416B0E4F}"/>
                  </a:ext>
                </a:extLst>
              </p14:cNvPr>
              <p14:cNvContentPartPr/>
              <p14:nvPr/>
            </p14:nvContentPartPr>
            <p14:xfrm>
              <a:off x="2021537" y="1866033"/>
              <a:ext cx="87660" cy="217043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E1D0AF-1456-04E8-3606-A585416B0E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3647" y="1848036"/>
                <a:ext cx="123082" cy="2206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487B0C8-5EAD-9535-2E0A-756DB12CA0FE}"/>
                  </a:ext>
                </a:extLst>
              </p14:cNvPr>
              <p14:cNvContentPartPr/>
              <p14:nvPr/>
            </p14:nvContentPartPr>
            <p14:xfrm>
              <a:off x="1835727" y="2394238"/>
              <a:ext cx="609040" cy="10823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487B0C8-5EAD-9535-2E0A-756DB12CA0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7740" y="2373425"/>
                <a:ext cx="644654" cy="520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EE0572D-580D-F32A-10AB-7D2E3A95BB9A}"/>
                  </a:ext>
                </a:extLst>
              </p14:cNvPr>
              <p14:cNvContentPartPr/>
              <p14:nvPr/>
            </p14:nvContentPartPr>
            <p14:xfrm>
              <a:off x="1809749" y="3130261"/>
              <a:ext cx="457951" cy="10823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EE0572D-580D-F32A-10AB-7D2E3A95BB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92122" y="2599934"/>
                <a:ext cx="493565" cy="1082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7CA136-C9C9-FFF6-4653-8DCB9035862D}"/>
                  </a:ext>
                </a:extLst>
              </p14:cNvPr>
              <p14:cNvContentPartPr/>
              <p14:nvPr/>
            </p14:nvContentPartPr>
            <p14:xfrm>
              <a:off x="2069522" y="1969943"/>
              <a:ext cx="10823" cy="1082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7CA136-C9C9-FFF6-4653-8DCB903586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39195" y="1428793"/>
                <a:ext cx="1082300" cy="1082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721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C5597-DC50-E9A7-A9FD-7954C7BC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Separation Process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77058B9-56E0-E34F-3C6A-670A444A2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79" y="1690688"/>
            <a:ext cx="4976006" cy="306246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9D5FC5-F9F0-87AE-9FE6-3D611B6BEE5B}"/>
              </a:ext>
            </a:extLst>
          </p:cNvPr>
          <p:cNvSpPr txBox="1"/>
          <p:nvPr/>
        </p:nvSpPr>
        <p:spPr>
          <a:xfrm>
            <a:off x="6011471" y="2844960"/>
            <a:ext cx="4172424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constant, homogeneous temperature field</a:t>
            </a:r>
          </a:p>
          <a:p>
            <a:r>
              <a:rPr lang="en-US" sz="1400"/>
              <a:t>Scenario: available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27B2E46-ADB0-9585-580C-F9A2882C8655}"/>
              </a:ext>
            </a:extLst>
          </p:cNvPr>
          <p:cNvSpPr txBox="1"/>
          <p:nvPr/>
        </p:nvSpPr>
        <p:spPr>
          <a:xfrm>
            <a:off x="5962650" y="1795550"/>
            <a:ext cx="5175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Idee: Phase separation initiates with the formation of small droplets or bubbles which progressively coalesce to form a larger droplet or bubble.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26D4A0-A0A2-75FF-3076-6F3E98A7A80E}"/>
              </a:ext>
            </a:extLst>
          </p:cNvPr>
          <p:cNvSpPr txBox="1"/>
          <p:nvPr/>
        </p:nvSpPr>
        <p:spPr>
          <a:xfrm>
            <a:off x="611420" y="1798908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[1]</a:t>
            </a:r>
          </a:p>
        </p:txBody>
      </p:sp>
      <p:sp>
        <p:nvSpPr>
          <p:cNvPr id="8" name="Textfeld 9">
            <a:extLst>
              <a:ext uri="{FF2B5EF4-FFF2-40B4-BE49-F238E27FC236}">
                <a16:creationId xmlns:a16="http://schemas.microsoft.com/office/drawing/2014/main" id="{6AD808A0-80D4-57D9-FA73-1FD58EB86449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https://linkinghub.elsevier.com/retrieve/pii/S0997754618302103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C1FAA7-B66C-6F0B-A28A-7D7F37ADB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3" name="Picture 12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57F8F75E-C30B-4F9C-040B-B2B2F60C7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E6A1D1-7A9C-B443-2901-E01CAE0F3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3F29A3-18FF-8C4D-217E-835CF194AA24}"/>
              </a:ext>
            </a:extLst>
          </p:cNvPr>
          <p:cNvCxnSpPr/>
          <p:nvPr/>
        </p:nvCxnSpPr>
        <p:spPr>
          <a:xfrm flipV="1">
            <a:off x="8186358" y="182773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86CA96-543E-1F32-E0C4-566C71717813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9C5CF4-BF2E-E23A-0ACE-84312E0FB412}"/>
              </a:ext>
            </a:extLst>
          </p:cNvPr>
          <p:cNvCxnSpPr>
            <a:cxnSpLocks/>
          </p:cNvCxnSpPr>
          <p:nvPr/>
        </p:nvCxnSpPr>
        <p:spPr>
          <a:xfrm flipV="1">
            <a:off x="10319957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_Phase Separation Process">
            <a:hlinkClick r:id="" action="ppaction://media"/>
            <a:extLst>
              <a:ext uri="{FF2B5EF4-FFF2-40B4-BE49-F238E27FC236}">
                <a16:creationId xmlns:a16="http://schemas.microsoft.com/office/drawing/2014/main" id="{DE5DC339-3870-558B-C3E6-CA697360C1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31225" t="22666" r="19430" b="22111"/>
          <a:stretch/>
        </p:blipFill>
        <p:spPr>
          <a:xfrm>
            <a:off x="8602610" y="3959608"/>
            <a:ext cx="3162570" cy="247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1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5067B1-E003-4BFC-873C-79945770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Cavitating Bubble under </a:t>
            </a:r>
            <a:br>
              <a:rPr lang="en-US" dirty="0"/>
            </a:br>
            <a:r>
              <a:rPr lang="en-US"/>
              <a:t>Poiseuille </a:t>
            </a:r>
            <a:r>
              <a:rPr lang="en-US" dirty="0"/>
              <a:t>Flow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5EE474E-B38C-FA9E-CB51-7EB4D7D5D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16" y="2009236"/>
            <a:ext cx="3972589" cy="340324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BE5067-912D-1847-3DF3-8C29C791FEA3}"/>
              </a:ext>
            </a:extLst>
          </p:cNvPr>
          <p:cNvSpPr txBox="1"/>
          <p:nvPr/>
        </p:nvSpPr>
        <p:spPr>
          <a:xfrm>
            <a:off x="611420" y="1798908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[1]</a:t>
            </a:r>
          </a:p>
        </p:txBody>
      </p:sp>
      <p:sp>
        <p:nvSpPr>
          <p:cNvPr id="6" name="Textfeld 9">
            <a:extLst>
              <a:ext uri="{FF2B5EF4-FFF2-40B4-BE49-F238E27FC236}">
                <a16:creationId xmlns:a16="http://schemas.microsoft.com/office/drawing/2014/main" id="{B8B770DD-4577-3FF3-10F7-04EDDFDF054D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https://linkinghub.elsevier.com/retrieve/pii/S0997754618302103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236DA37-E0E6-43CA-21F6-FB2BFC474C4D}"/>
              </a:ext>
            </a:extLst>
          </p:cNvPr>
          <p:cNvSpPr txBox="1"/>
          <p:nvPr/>
        </p:nvSpPr>
        <p:spPr>
          <a:xfrm>
            <a:off x="4822957" y="2034870"/>
            <a:ext cx="5245410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constant, homogeneous temperature field</a:t>
            </a:r>
          </a:p>
          <a:p>
            <a:r>
              <a:rPr lang="en-US" sz="1400" dirty="0"/>
              <a:t>Scenario: moderate adaptation of existing </a:t>
            </a:r>
            <a:r>
              <a:rPr lang="en-US" sz="1400"/>
              <a:t>scenarios, e.g., wall BC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C6462-2CAD-721E-A935-0F0FC06A2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0" name="Picture 9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72379872-F1CD-0689-59EF-91154C95C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1AB14C-7414-A0D9-6B23-055E9C4F88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22A9AE-BFFA-D10F-908D-A39E56FD0582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7B3DAE-26F0-30DB-248B-7A1BEA1885F1}"/>
              </a:ext>
            </a:extLst>
          </p:cNvPr>
          <p:cNvCxnSpPr>
            <a:cxnSpLocks/>
          </p:cNvCxnSpPr>
          <p:nvPr/>
        </p:nvCxnSpPr>
        <p:spPr>
          <a:xfrm flipV="1">
            <a:off x="10363500" y="182771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channel_flow">
            <a:hlinkClick r:id="" action="ppaction://media"/>
            <a:extLst>
              <a:ext uri="{FF2B5EF4-FFF2-40B4-BE49-F238E27FC236}">
                <a16:creationId xmlns:a16="http://schemas.microsoft.com/office/drawing/2014/main" id="{32224048-A5B1-BE02-57EC-94D04B8EF3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15001" t="23436" r="26164" b="20501"/>
          <a:stretch/>
        </p:blipFill>
        <p:spPr>
          <a:xfrm>
            <a:off x="5011148" y="3204421"/>
            <a:ext cx="5977632" cy="249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6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1D7C-3B57-0F88-E76F-B28FD020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6DE7C-8970-BC66-2166-847EDC14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(Rising Bubble)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158BCEE-6DBC-2591-8AF9-3914C2E5EFAA}"/>
              </a:ext>
            </a:extLst>
          </p:cNvPr>
          <p:cNvSpPr txBox="1"/>
          <p:nvPr/>
        </p:nvSpPr>
        <p:spPr>
          <a:xfrm>
            <a:off x="4822957" y="2034870"/>
            <a:ext cx="4203971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constant, homogeneous temperature field</a:t>
            </a:r>
          </a:p>
          <a:p>
            <a:r>
              <a:rPr lang="en-US" sz="1400" dirty="0"/>
              <a:t>Scenario: moderate adaptation of existing </a:t>
            </a:r>
            <a:r>
              <a:rPr lang="en-US" sz="1400"/>
              <a:t>scenarios</a:t>
            </a:r>
          </a:p>
        </p:txBody>
      </p:sp>
      <p:pic>
        <p:nvPicPr>
          <p:cNvPr id="3" name="Picture 2" descr="Simulation of a rising bubble with five different codes. | Download  Scientific Diagram">
            <a:extLst>
              <a:ext uri="{FF2B5EF4-FFF2-40B4-BE49-F238E27FC236}">
                <a16:creationId xmlns:a16="http://schemas.microsoft.com/office/drawing/2014/main" id="{8BE86F31-B30F-000E-3C2C-B68F35EAB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161" y="1576211"/>
            <a:ext cx="2219678" cy="4439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8015F5-E52E-552F-E365-E6BF4649A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8" name="Picture 7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911D06F9-2C5D-5CB4-815A-0B099E8C7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FE6C2B-2E64-E4F0-887B-F73C28A71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923F1D-C8DA-9B73-802F-49BBA887E725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09C557-F8D4-53E3-F138-524627B34873}"/>
              </a:ext>
            </a:extLst>
          </p:cNvPr>
          <p:cNvCxnSpPr>
            <a:cxnSpLocks/>
          </p:cNvCxnSpPr>
          <p:nvPr/>
        </p:nvCxnSpPr>
        <p:spPr>
          <a:xfrm flipV="1">
            <a:off x="10319957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3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30F3-A413-975E-5FAA-4A8C54BB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4E2A6-F64C-8445-6378-971B27A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(Droplet Collision)</a:t>
            </a:r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ABF9D21-05DE-98E4-99F7-4DC2B9BD59EC}"/>
              </a:ext>
            </a:extLst>
          </p:cNvPr>
          <p:cNvSpPr txBox="1"/>
          <p:nvPr/>
        </p:nvSpPr>
        <p:spPr>
          <a:xfrm>
            <a:off x="4822957" y="2034870"/>
            <a:ext cx="4203971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constant, homogeneous temperature field</a:t>
            </a:r>
          </a:p>
          <a:p>
            <a:r>
              <a:rPr lang="en-US" sz="1400" dirty="0"/>
              <a:t>Scenario: moderate adaptation of existing </a:t>
            </a:r>
            <a:r>
              <a:rPr lang="en-US" sz="1400"/>
              <a:t>scenarios</a:t>
            </a:r>
          </a:p>
        </p:txBody>
      </p:sp>
      <p:pic>
        <p:nvPicPr>
          <p:cNvPr id="4" name="Picture 3" descr="Simulation of binary droplet collisions from bouncing to shattering regime  | Phys. Rev. E">
            <a:extLst>
              <a:ext uri="{FF2B5EF4-FFF2-40B4-BE49-F238E27FC236}">
                <a16:creationId xmlns:a16="http://schemas.microsoft.com/office/drawing/2014/main" id="{D80CA7F2-DDDC-CC74-9C91-AB7F6C82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438" y="1357489"/>
            <a:ext cx="1986846" cy="3966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A86964-7CB1-7C75-86EA-12612116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8" name="Picture 7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4B1E4A80-E5CF-91AA-0DB0-A685356D7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BDCFC2-629D-6A7B-C0A9-2C03A24D0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5820E-26A9-363C-F1B2-79B358C85FA1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C9D879-2D72-63CA-9B2F-0E4F4FC02EE7}"/>
              </a:ext>
            </a:extLst>
          </p:cNvPr>
          <p:cNvCxnSpPr>
            <a:cxnSpLocks/>
          </p:cNvCxnSpPr>
          <p:nvPr/>
        </p:nvCxnSpPr>
        <p:spPr>
          <a:xfrm flipV="1">
            <a:off x="10319957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5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6677EB-976D-BD09-136E-CB0748BD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(Moving Droplet 2D in Fluid)</a:t>
            </a:r>
          </a:p>
        </p:txBody>
      </p:sp>
      <p:pic>
        <p:nvPicPr>
          <p:cNvPr id="11" name="Lineprofil">
            <a:hlinkClick r:id="" action="ppaction://media"/>
            <a:extLst>
              <a:ext uri="{FF2B5EF4-FFF2-40B4-BE49-F238E27FC236}">
                <a16:creationId xmlns:a16="http://schemas.microsoft.com/office/drawing/2014/main" id="{7AE07552-EE52-BC13-F0DE-5C6875B3D0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1751" y="4237850"/>
            <a:ext cx="2216857" cy="25070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Density_Profil">
            <a:hlinkClick r:id="" action="ppaction://media"/>
            <a:extLst>
              <a:ext uri="{FF2B5EF4-FFF2-40B4-BE49-F238E27FC236}">
                <a16:creationId xmlns:a16="http://schemas.microsoft.com/office/drawing/2014/main" id="{0B8143DD-5907-0478-D058-D8E6FF2756E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rcRect l="30506" t="15118" r="30394" b="18215"/>
          <a:stretch/>
        </p:blipFill>
        <p:spPr>
          <a:xfrm>
            <a:off x="417311" y="1468784"/>
            <a:ext cx="2601532" cy="2496064"/>
          </a:xfrm>
          <a:prstGeom prst="rect">
            <a:avLst/>
          </a:prstGeom>
        </p:spPr>
      </p:pic>
      <p:pic>
        <p:nvPicPr>
          <p:cNvPr id="13" name="Pressure_Profil">
            <a:hlinkClick r:id="" action="ppaction://media"/>
            <a:extLst>
              <a:ext uri="{FF2B5EF4-FFF2-40B4-BE49-F238E27FC236}">
                <a16:creationId xmlns:a16="http://schemas.microsoft.com/office/drawing/2014/main" id="{D438C97D-F0F5-FEC8-B7A9-21FE30EE38B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rcRect l="30585" t="15052" r="30210" b="14712"/>
          <a:stretch/>
        </p:blipFill>
        <p:spPr>
          <a:xfrm>
            <a:off x="3271054" y="1468784"/>
            <a:ext cx="2472924" cy="249292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E010D96-38F3-D219-A5E8-ADCF252108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6" t="15278" r="30150" b="15185"/>
          <a:stretch/>
        </p:blipFill>
        <p:spPr>
          <a:xfrm>
            <a:off x="3241274" y="4239863"/>
            <a:ext cx="2502704" cy="2476325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B4FF9F8-3939-4A78-7869-F4854F40B0F4}"/>
              </a:ext>
            </a:extLst>
          </p:cNvPr>
          <p:cNvCxnSpPr>
            <a:cxnSpLocks/>
          </p:cNvCxnSpPr>
          <p:nvPr/>
        </p:nvCxnSpPr>
        <p:spPr>
          <a:xfrm flipH="1">
            <a:off x="4492626" y="1403795"/>
            <a:ext cx="13485" cy="53767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3402AF2-C970-A826-E5D4-F30E11AEA744}"/>
              </a:ext>
            </a:extLst>
          </p:cNvPr>
          <p:cNvSpPr txBox="1"/>
          <p:nvPr/>
        </p:nvSpPr>
        <p:spPr>
          <a:xfrm>
            <a:off x="508720" y="1809482"/>
            <a:ext cx="798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vapor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30F3D2A-BA06-2015-CC76-2B1F5DA94B97}"/>
              </a:ext>
            </a:extLst>
          </p:cNvPr>
          <p:cNvSpPr txBox="1"/>
          <p:nvPr/>
        </p:nvSpPr>
        <p:spPr>
          <a:xfrm>
            <a:off x="1374646" y="2530578"/>
            <a:ext cx="798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liquid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6893D27-43C5-4B12-6A83-65AB8DEA9F0A}"/>
              </a:ext>
            </a:extLst>
          </p:cNvPr>
          <p:cNvSpPr/>
          <p:nvPr/>
        </p:nvSpPr>
        <p:spPr>
          <a:xfrm>
            <a:off x="1429201" y="4539802"/>
            <a:ext cx="367048" cy="18738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96E4E6-47ED-7810-A98C-1BCBA503D843}"/>
              </a:ext>
            </a:extLst>
          </p:cNvPr>
          <p:cNvCxnSpPr>
            <a:cxnSpLocks/>
          </p:cNvCxnSpPr>
          <p:nvPr/>
        </p:nvCxnSpPr>
        <p:spPr>
          <a:xfrm flipH="1">
            <a:off x="704643" y="4894557"/>
            <a:ext cx="212396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feil: nach unten 19">
            <a:extLst>
              <a:ext uri="{FF2B5EF4-FFF2-40B4-BE49-F238E27FC236}">
                <a16:creationId xmlns:a16="http://schemas.microsoft.com/office/drawing/2014/main" id="{BDEE6AA8-6D9D-1371-07A9-44D7B5D9C897}"/>
              </a:ext>
            </a:extLst>
          </p:cNvPr>
          <p:cNvSpPr/>
          <p:nvPr/>
        </p:nvSpPr>
        <p:spPr>
          <a:xfrm rot="5400000">
            <a:off x="1548331" y="4935712"/>
            <a:ext cx="283335" cy="5215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BD6E1A1-F36C-4E57-C7EB-839928BAF7A9}"/>
              </a:ext>
            </a:extLst>
          </p:cNvPr>
          <p:cNvSpPr txBox="1"/>
          <p:nvPr/>
        </p:nvSpPr>
        <p:spPr>
          <a:xfrm>
            <a:off x="5979894" y="1440150"/>
            <a:ext cx="579479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Idea: Droplet moves due temperature difference in the simulation </a:t>
            </a:r>
            <a:r>
              <a:rPr lang="en-US" dirty="0" err="1"/>
              <a:t>szenario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148C3B1-F385-8764-C3FF-1EFAB637C7D5}"/>
              </a:ext>
            </a:extLst>
          </p:cNvPr>
          <p:cNvSpPr txBox="1"/>
          <p:nvPr/>
        </p:nvSpPr>
        <p:spPr>
          <a:xfrm>
            <a:off x="6011471" y="2226611"/>
            <a:ext cx="4133952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 prescribed temperature gradient</a:t>
            </a:r>
          </a:p>
          <a:p>
            <a:r>
              <a:rPr lang="en-US" sz="1400"/>
              <a:t>Scenario: available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B2A2F-F44E-5C0A-A6D2-0B9F82B4DA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6" name="Picture 5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94945AC6-3D77-CE29-3EC6-25A85C20F6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FFCEA1-8F60-1E41-FFEB-EA6CE3CB26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C341A1-A1AA-8276-A7D0-317809FC1E6F}"/>
              </a:ext>
            </a:extLst>
          </p:cNvPr>
          <p:cNvCxnSpPr/>
          <p:nvPr/>
        </p:nvCxnSpPr>
        <p:spPr>
          <a:xfrm flipV="1">
            <a:off x="8186358" y="182773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E9995A-BF78-8D89-D953-72CB2A82D48B}"/>
              </a:ext>
            </a:extLst>
          </p:cNvPr>
          <p:cNvCxnSpPr>
            <a:cxnSpLocks/>
          </p:cNvCxnSpPr>
          <p:nvPr/>
        </p:nvCxnSpPr>
        <p:spPr>
          <a:xfrm flipV="1">
            <a:off x="10319957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43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0.03398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60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604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0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33333E-6 L -2.70833E-6 0.10417 " pathEditMode="relative" rAng="0" ptsTypes="AA">
                                      <p:cBhvr>
                                        <p:cTn id="25" dur="8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4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4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46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17" grpId="0"/>
      <p:bldP spid="18" grpId="0" animBg="1"/>
      <p:bldP spid="20" grpId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1B3C-9D13-7F4D-5C58-12C7E3D6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2789D-0F32-4BCE-3B66-4437E7C5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Moving Droplet 2D on Wall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06CF906-024C-76C3-1E3B-D17253C6AF30}"/>
              </a:ext>
            </a:extLst>
          </p:cNvPr>
          <p:cNvSpPr txBox="1"/>
          <p:nvPr/>
        </p:nvSpPr>
        <p:spPr>
          <a:xfrm>
            <a:off x="1374646" y="2530578"/>
            <a:ext cx="798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liquid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23ECA4-7451-D098-9406-B2CAE0FE8B43}"/>
              </a:ext>
            </a:extLst>
          </p:cNvPr>
          <p:cNvSpPr txBox="1"/>
          <p:nvPr/>
        </p:nvSpPr>
        <p:spPr>
          <a:xfrm>
            <a:off x="5979894" y="1440150"/>
            <a:ext cx="579479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Idea: Droplet moves due temperature difference on wall.</a:t>
            </a:r>
          </a:p>
          <a:p>
            <a:endParaRPr lang="en-US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F49F700-32DB-0F81-39AC-8FE023251362}"/>
              </a:ext>
            </a:extLst>
          </p:cNvPr>
          <p:cNvSpPr txBox="1"/>
          <p:nvPr/>
        </p:nvSpPr>
        <p:spPr>
          <a:xfrm>
            <a:off x="6011471" y="2226611"/>
            <a:ext cx="5821722" cy="138499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 dirty="0"/>
              <a:t>Thermal: constant prescribed temperature gradient </a:t>
            </a:r>
            <a:br>
              <a:rPr lang="en-US" sz="1400" dirty="0"/>
            </a:br>
            <a:r>
              <a:rPr lang="en-US" sz="1400"/>
              <a:t>    (or spatially prescribed contact angles at constant temperature)</a:t>
            </a:r>
          </a:p>
          <a:p>
            <a:r>
              <a:rPr lang="en-US" sz="1400"/>
              <a:t>Scenario: moderate adaptation of existing scenarios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BD244-5394-B1E6-9768-D481EFE9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57" y="1514701"/>
            <a:ext cx="4953000" cy="2028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F107C9-8836-0101-9215-78C8D3065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7" name="Picture 6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7431876C-3A31-BBF1-40A4-E78241DFE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ABF773-4677-48EE-D1A5-BDE6E8294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2A9E4B-AD32-5E98-ABD1-EE6A4FE88B04}"/>
              </a:ext>
            </a:extLst>
          </p:cNvPr>
          <p:cNvCxnSpPr/>
          <p:nvPr/>
        </p:nvCxnSpPr>
        <p:spPr>
          <a:xfrm flipV="1">
            <a:off x="8186358" y="182773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9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33333E-6 L -2.70833E-6 0.10417 " pathEditMode="relative" rAng="0" ptsTypes="AA">
                                      <p:cBhvr>
                                        <p:cTn id="6" dur="8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294B4-AD9A-C1CC-99EB-F360867C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Viscous Fingering + Hele-Shaw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F3E462-5B5B-17CC-F119-DC4F17941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84" y="1566333"/>
            <a:ext cx="4046295" cy="314711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8DEC33-5282-A8AC-B344-0D3BE4D0A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495" y="1521995"/>
            <a:ext cx="1651356" cy="281538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29BE400-79BB-6441-D564-BDF3A36CC84F}"/>
              </a:ext>
            </a:extLst>
          </p:cNvPr>
          <p:cNvSpPr txBox="1"/>
          <p:nvPr/>
        </p:nvSpPr>
        <p:spPr>
          <a:xfrm>
            <a:off x="6775477" y="1521995"/>
            <a:ext cx="4203971" cy="138499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/>
              <a:t>Substance: two fluids with different viscosity</a:t>
            </a:r>
            <a:endParaRPr lang="en-US" sz="1400" dirty="0"/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/>
              <a:t>Aggregate: liquid + gas</a:t>
            </a:r>
          </a:p>
          <a:p>
            <a:r>
              <a:rPr lang="en-US" sz="1400"/>
              <a:t>Thermal: constant, homogeneous temperature field</a:t>
            </a:r>
          </a:p>
          <a:p>
            <a:r>
              <a:rPr lang="en-US" sz="1400" dirty="0"/>
              <a:t>Scenario: </a:t>
            </a:r>
            <a:r>
              <a:rPr lang="en-US" sz="1400"/>
              <a:t>moderate</a:t>
            </a:r>
            <a:r>
              <a:rPr lang="en-US" sz="1400" dirty="0"/>
              <a:t> adaptation of existing scenarios</a:t>
            </a:r>
          </a:p>
          <a:p>
            <a:endParaRPr lang="en-US" sz="1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57942E-E45E-C563-29DF-2E966878F0F3}"/>
              </a:ext>
            </a:extLst>
          </p:cNvPr>
          <p:cNvSpPr txBox="1"/>
          <p:nvPr/>
        </p:nvSpPr>
        <p:spPr>
          <a:xfrm>
            <a:off x="6376192" y="4151081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[1]</a:t>
            </a:r>
          </a:p>
        </p:txBody>
      </p:sp>
      <p:sp>
        <p:nvSpPr>
          <p:cNvPr id="9" name="Textfeld 9">
            <a:extLst>
              <a:ext uri="{FF2B5EF4-FFF2-40B4-BE49-F238E27FC236}">
                <a16:creationId xmlns:a16="http://schemas.microsoft.com/office/drawing/2014/main" id="{28032B88-8E29-EED4-362E-11B89054A5FF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https://www.worldscientific.com/doi/abs/10.1142/S0217979203017023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B645B-CA37-4343-FFD8-CC0BA0EAC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1" name="Picture 10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10333ADB-C1A5-FA4D-3049-0ED5C74BE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53D8C2-FCCF-C72B-0F6D-9820EC5AD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440784-F496-E5FE-704E-586A380AF341}"/>
              </a:ext>
            </a:extLst>
          </p:cNvPr>
          <p:cNvCxnSpPr>
            <a:cxnSpLocks/>
          </p:cNvCxnSpPr>
          <p:nvPr/>
        </p:nvCxnSpPr>
        <p:spPr>
          <a:xfrm flipV="1">
            <a:off x="9224129" y="182772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5DCB46-92BE-EF22-FB52-A4F30D30ED8F}"/>
              </a:ext>
            </a:extLst>
          </p:cNvPr>
          <p:cNvCxnSpPr>
            <a:cxnSpLocks/>
          </p:cNvCxnSpPr>
          <p:nvPr/>
        </p:nvCxnSpPr>
        <p:spPr>
          <a:xfrm flipV="1">
            <a:off x="4623102" y="1314886"/>
            <a:ext cx="2033164" cy="313540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55CAAD3-7E62-2401-A943-B06CCE8F684E}"/>
                  </a:ext>
                </a:extLst>
              </p14:cNvPr>
              <p14:cNvContentPartPr/>
              <p14:nvPr/>
            </p14:nvContentPartPr>
            <p14:xfrm>
              <a:off x="2734449" y="5340168"/>
              <a:ext cx="32129" cy="32797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55CAAD3-7E62-2401-A943-B06CCE8F68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6957" y="5322700"/>
                <a:ext cx="67471" cy="6808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capillary+fingering">
            <a:hlinkClick r:id="" action="ppaction://media"/>
            <a:extLst>
              <a:ext uri="{FF2B5EF4-FFF2-40B4-BE49-F238E27FC236}">
                <a16:creationId xmlns:a16="http://schemas.microsoft.com/office/drawing/2014/main" id="{ECFD0339-01DD-0C93-603D-776E36C1E2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13071" t="27332" r="13267" b="32909"/>
          <a:stretch/>
        </p:blipFill>
        <p:spPr>
          <a:xfrm>
            <a:off x="7528818" y="4337384"/>
            <a:ext cx="4352739" cy="15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5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D9C82-9652-91F6-353B-96895B9B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Detachment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ACA275-FD9A-DCC8-1F9A-4DA88975F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0" y="1639115"/>
            <a:ext cx="3218102" cy="211391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6856CD6-FAE8-FC7B-06B6-5ED5E6132866}"/>
              </a:ext>
            </a:extLst>
          </p:cNvPr>
          <p:cNvSpPr txBox="1"/>
          <p:nvPr/>
        </p:nvSpPr>
        <p:spPr>
          <a:xfrm>
            <a:off x="751973" y="1798908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[1]</a:t>
            </a:r>
          </a:p>
        </p:txBody>
      </p:sp>
      <p:sp>
        <p:nvSpPr>
          <p:cNvPr id="6" name="Textfeld 9">
            <a:extLst>
              <a:ext uri="{FF2B5EF4-FFF2-40B4-BE49-F238E27FC236}">
                <a16:creationId xmlns:a16="http://schemas.microsoft.com/office/drawing/2014/main" id="{B7097DC9-A916-E8A9-F2A6-A520B1F00F5A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http://arxiv.org/abs/2205.00686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.		[2] https://www.mdpi.com/2311-5521/10/4/90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24C5B3B-DD69-02B5-AD93-8113DDCEC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075" y="1565909"/>
            <a:ext cx="2239102" cy="277734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4C7DD57-7833-F985-C01C-C39AD3CA450A}"/>
              </a:ext>
            </a:extLst>
          </p:cNvPr>
          <p:cNvSpPr txBox="1"/>
          <p:nvPr/>
        </p:nvSpPr>
        <p:spPr>
          <a:xfrm>
            <a:off x="4123061" y="4378639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[2]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486997B-6EA1-D38B-E7FC-39CA133A26E4}"/>
              </a:ext>
            </a:extLst>
          </p:cNvPr>
          <p:cNvSpPr txBox="1"/>
          <p:nvPr/>
        </p:nvSpPr>
        <p:spPr>
          <a:xfrm>
            <a:off x="7142439" y="1585812"/>
            <a:ext cx="4133952" cy="116955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/>
              <a:t>Substance: test fluid + real fluid</a:t>
            </a:r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 dirty="0"/>
              <a:t>Aggregate: liquid + gas</a:t>
            </a:r>
          </a:p>
          <a:p>
            <a:r>
              <a:rPr lang="en-US" sz="1400"/>
              <a:t>Thermal: constant prescribed temperature gradient</a:t>
            </a:r>
            <a:endParaRPr lang="en-US"/>
          </a:p>
          <a:p>
            <a:r>
              <a:rPr lang="en-US" sz="1400"/>
              <a:t>Scenario: larger adaptation of existing scenarios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F1F05-DD2D-F7D0-2136-DE77153D49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2" name="Picture 11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E5958324-5318-9668-EF43-6080C9224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7F7134-A5A6-A8D2-05E1-7A800CD0CE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92C360-61C3-DB75-E65C-2B3DE8A17830}"/>
              </a:ext>
            </a:extLst>
          </p:cNvPr>
          <p:cNvCxnSpPr/>
          <p:nvPr/>
        </p:nvCxnSpPr>
        <p:spPr>
          <a:xfrm flipV="1">
            <a:off x="8186358" y="182773"/>
            <a:ext cx="625280" cy="76957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buoyant_bubbles">
            <a:hlinkClick r:id="" action="ppaction://media"/>
            <a:extLst>
              <a:ext uri="{FF2B5EF4-FFF2-40B4-BE49-F238E27FC236}">
                <a16:creationId xmlns:a16="http://schemas.microsoft.com/office/drawing/2014/main" id="{1F69F4EB-7A6C-38BD-CD91-81A19516B0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231995" y="3321823"/>
            <a:ext cx="4218114" cy="273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AD6E9-94C5-49D9-8212-8A9366E4E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Two-Phase Flow in </a:t>
            </a:r>
            <a:r>
              <a:rPr lang="en-US" dirty="0"/>
              <a:t>Porous Medium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34340C3-8DE5-1D84-3E55-C9BED440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09" y="1690688"/>
            <a:ext cx="3315660" cy="270572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19B65FC-77A2-126D-2A18-C3B788BB0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901" y="1784234"/>
            <a:ext cx="2778199" cy="203161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BAE5978-96CE-C135-05FC-043036D21579}"/>
              </a:ext>
            </a:extLst>
          </p:cNvPr>
          <p:cNvSpPr txBox="1"/>
          <p:nvPr/>
        </p:nvSpPr>
        <p:spPr>
          <a:xfrm>
            <a:off x="3736901" y="4160446"/>
            <a:ext cx="31931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[1]</a:t>
            </a:r>
          </a:p>
        </p:txBody>
      </p:sp>
      <p:sp>
        <p:nvSpPr>
          <p:cNvPr id="8" name="Textfeld 9">
            <a:extLst>
              <a:ext uri="{FF2B5EF4-FFF2-40B4-BE49-F238E27FC236}">
                <a16:creationId xmlns:a16="http://schemas.microsoft.com/office/drawing/2014/main" id="{1D470221-8597-6810-62FA-68250D730B3F}"/>
              </a:ext>
            </a:extLst>
          </p:cNvPr>
          <p:cNvSpPr txBox="1"/>
          <p:nvPr/>
        </p:nvSpPr>
        <p:spPr>
          <a:xfrm>
            <a:off x="640680" y="6492875"/>
            <a:ext cx="10992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https://www.hindawi.com/journals/geofluids/2021/5668743/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		[2] https://linkinghub.elsevier.com/retrieve/pii/S0898122109006427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0E8A9D8-3173-1722-E97A-C5042370BA4C}"/>
              </a:ext>
            </a:extLst>
          </p:cNvPr>
          <p:cNvSpPr txBox="1"/>
          <p:nvPr/>
        </p:nvSpPr>
        <p:spPr>
          <a:xfrm>
            <a:off x="6775477" y="1521995"/>
            <a:ext cx="512855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Substance: two fluids (with at high density/ viscosity ratio)</a:t>
            </a:r>
            <a:endParaRPr lang="en-US" sz="1400" dirty="0"/>
          </a:p>
          <a:p>
            <a:r>
              <a:rPr lang="en-US" sz="1400" dirty="0"/>
              <a:t>EOS: </a:t>
            </a:r>
            <a:r>
              <a:rPr lang="en-US" sz="1400" dirty="0" err="1"/>
              <a:t>VdW</a:t>
            </a:r>
            <a:r>
              <a:rPr lang="en-US" sz="1400" dirty="0"/>
              <a:t> + PC-SAFT </a:t>
            </a:r>
            <a:endParaRPr lang="en-US" sz="1400" baseline="30000" dirty="0"/>
          </a:p>
          <a:p>
            <a:r>
              <a:rPr lang="en-US" sz="1400"/>
              <a:t>Aggregate: liquid + gas</a:t>
            </a:r>
          </a:p>
          <a:p>
            <a:r>
              <a:rPr lang="en-US" sz="1400" dirty="0"/>
              <a:t>Thermal: constant, homogeneous temperature field or constant tem</a:t>
            </a:r>
            <a:r>
              <a:rPr lang="en-US" sz="1400"/>
              <a:t>perature gradient</a:t>
            </a:r>
          </a:p>
          <a:p>
            <a:r>
              <a:rPr lang="en-US" sz="1400" dirty="0"/>
              <a:t>Scenario: moderate-to-large adaptation of existing scenarios, e.g. incl. porous medium (artificial geometry or realistic rock geometries)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02CB468-2315-AFD5-48C5-C79ACA048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23" y="4537383"/>
            <a:ext cx="1521298" cy="176933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C6F631C-E5BB-E801-64A4-FC4CBDD96A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755" y="4489954"/>
            <a:ext cx="1721132" cy="1909551"/>
          </a:xfrm>
          <a:prstGeom prst="rect">
            <a:avLst/>
          </a:prstGeom>
        </p:spPr>
      </p:pic>
      <p:pic>
        <p:nvPicPr>
          <p:cNvPr id="5" name="Grafik 3" descr="A diagram of different types of dots&#10;&#10;AI-generated content may be incorrect.">
            <a:extLst>
              <a:ext uri="{FF2B5EF4-FFF2-40B4-BE49-F238E27FC236}">
                <a16:creationId xmlns:a16="http://schemas.microsoft.com/office/drawing/2014/main" id="{5548D433-ABE1-DE9D-DF70-89357D488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115" y="4709659"/>
            <a:ext cx="7497297" cy="14766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3DBDD-122D-CEDD-C5FE-B94D6F607F32}"/>
              </a:ext>
            </a:extLst>
          </p:cNvPr>
          <p:cNvSpPr txBox="1"/>
          <p:nvPr/>
        </p:nvSpPr>
        <p:spPr>
          <a:xfrm>
            <a:off x="8759372" y="6491515"/>
            <a:ext cx="6096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900">
                <a:solidFill>
                  <a:srgbClr val="000000"/>
                </a:solidFill>
                <a:latin typeface="Arial"/>
              </a:rPr>
              <a:t>[3]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/>
              </a:rPr>
              <a:t> https://linkinghub.elsevier.com/retrieve/pii/S0009250924004408</a:t>
            </a:r>
            <a:r>
              <a:rPr sz="9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12" name="Textfeld 6">
            <a:extLst>
              <a:ext uri="{FF2B5EF4-FFF2-40B4-BE49-F238E27FC236}">
                <a16:creationId xmlns:a16="http://schemas.microsoft.com/office/drawing/2014/main" id="{CB05F06D-F898-4AB4-88A1-4BD91F45F8E8}"/>
              </a:ext>
            </a:extLst>
          </p:cNvPr>
          <p:cNvSpPr txBox="1"/>
          <p:nvPr/>
        </p:nvSpPr>
        <p:spPr>
          <a:xfrm>
            <a:off x="11581872" y="5945702"/>
            <a:ext cx="319318" cy="23596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 baseline="30000"/>
              <a:t>[3]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D336F4-6C72-ADFF-7025-C304597C9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3439" y="203250"/>
            <a:ext cx="709084" cy="709084"/>
          </a:xfrm>
          <a:prstGeom prst="rect">
            <a:avLst/>
          </a:prstGeom>
        </p:spPr>
      </p:pic>
      <p:pic>
        <p:nvPicPr>
          <p:cNvPr id="16" name="Picture 15" descr="A grey circle in a black background&#10;&#10;AI-generated content may be incorrect.">
            <a:extLst>
              <a:ext uri="{FF2B5EF4-FFF2-40B4-BE49-F238E27FC236}">
                <a16:creationId xmlns:a16="http://schemas.microsoft.com/office/drawing/2014/main" id="{BE2477EF-208C-0EF4-F63A-ECB3B33895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6532" y="360260"/>
            <a:ext cx="772584" cy="5125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C13C4A-AA1B-B072-F5E1-1E52BA424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2125" y="200629"/>
            <a:ext cx="829028" cy="82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3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6659-B021-8BEB-BCAC-839F54A1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593FA-8D0E-408F-6FF3-CCF28D3B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3D?!</a:t>
            </a:r>
          </a:p>
        </p:txBody>
      </p:sp>
    </p:spTree>
    <p:extLst>
      <p:ext uri="{BB962C8B-B14F-4D97-AF65-F5344CB8AC3E}">
        <p14:creationId xmlns:p14="http://schemas.microsoft.com/office/powerpoint/2010/main" val="3878178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Breitbild</PresentationFormat>
  <Paragraphs>99</Paragraphs>
  <Slides>14</Slides>
  <Notes>0</Notes>
  <HiddenSlides>0</HiddenSlides>
  <MMClips>7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</vt:lpstr>
      <vt:lpstr>MicTherm – LBM Coupling Idea</vt:lpstr>
      <vt:lpstr>Basics</vt:lpstr>
      <vt:lpstr>Basics</vt:lpstr>
      <vt:lpstr>Thermodynamic Consistency</vt:lpstr>
      <vt:lpstr>Phase Separation Process </vt:lpstr>
      <vt:lpstr>Single Cavitating Bubble under  Poiseuille Flow</vt:lpstr>
      <vt:lpstr>(Rising Bubble)</vt:lpstr>
      <vt:lpstr>(Droplet Collision)</vt:lpstr>
      <vt:lpstr>(Moving Droplet 2D in Fluid)</vt:lpstr>
      <vt:lpstr>Moving Droplet 2D on Wall</vt:lpstr>
      <vt:lpstr>Viscous Fingering + Hele-Shaw </vt:lpstr>
      <vt:lpstr>Bubble Detachment </vt:lpstr>
      <vt:lpstr>Two-Phase Flow in Porous Medium</vt:lpstr>
      <vt:lpstr>3D?!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Xueqi</dc:creator>
  <cp:lastModifiedBy>Zhang, Xueqi</cp:lastModifiedBy>
  <cp:revision>249</cp:revision>
  <dcterms:created xsi:type="dcterms:W3CDTF">2026-07-02T09:48:08Z</dcterms:created>
  <dcterms:modified xsi:type="dcterms:W3CDTF">2026-07-27T07:17:37Z</dcterms:modified>
</cp:coreProperties>
</file>